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3" r:id="rId4"/>
    <p:sldMasterId id="2147483914" r:id="rId5"/>
    <p:sldMasterId id="2147483915" r:id="rId6"/>
    <p:sldMasterId id="2147483916" r:id="rId7"/>
    <p:sldMasterId id="2147483917" r:id="rId8"/>
  </p:sldMasterIdLst>
  <p:notesMasterIdLst>
    <p:notesMasterId r:id="rId18"/>
  </p:notesMasterIdLst>
  <p:sldIdLst>
    <p:sldId id="257" r:id="rId9"/>
    <p:sldId id="259" r:id="rId10"/>
    <p:sldId id="260" r:id="rId11"/>
    <p:sldId id="261" r:id="rId12"/>
    <p:sldId id="262" r:id="rId13"/>
    <p:sldId id="267" r:id="rId14"/>
    <p:sldId id="264" r:id="rId15"/>
    <p:sldId id="265" r:id="rId16"/>
    <p:sldId id="266" r:id="rId17"/>
  </p:sldIdLst>
  <p:sldSz cx="16256000" cy="9144000"/>
  <p:notesSz cx="6805613" cy="9944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56">
          <p15:clr>
            <a:srgbClr val="A4A3A4"/>
          </p15:clr>
        </p15:guide>
        <p15:guide id="2" pos="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C1FAD0-30C8-C84C-37AC-BEEC5416716D}" v="1" dt="2025-10-31T09:13:25.569"/>
    <p1510:client id="{0A06A4B1-9666-F4CA-0097-D503105C1E44}" v="20" dt="2025-10-31T08:15:34.045"/>
    <p1510:client id="{23A18537-A44A-0DA4-D451-0A869C36B335}" v="7" dt="2025-10-29T09:50:43.3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056"/>
        <p:guide pos="32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microsoft.com/office/2015/10/relationships/revisionInfo" Target="revisionInfo.xml"/><Relationship Id="rId10" Type="http://schemas.openxmlformats.org/officeDocument/2006/relationships/slide" Target="slides/slide2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A0BEA-FC4E-4F2C-B299-13B2679DAB6D}" type="datetimeFigureOut">
              <a:rPr lang="en-AE" smtClean="0"/>
              <a:t>06/11/2025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8" y="4786313"/>
            <a:ext cx="5443537" cy="3914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6A8F5-D9D3-4EC4-B54C-19BDE4B413E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41590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172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NIITTech" TargetMode="External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hyperlink" Target="https://www.facebook.com/niit.tech/" TargetMode="External"/><Relationship Id="rId4" Type="http://schemas.openxmlformats.org/officeDocument/2006/relationships/hyperlink" Target="https://www.youtube.com/user/niittechnologiesltd" TargetMode="Externa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26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26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26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hyperlink" Target="https://twitter.com/Coforge_Tech" TargetMode="External"/><Relationship Id="rId13" Type="http://schemas.openxmlformats.org/officeDocument/2006/relationships/image" Target="../media/image16.svg"/><Relationship Id="rId3" Type="http://schemas.openxmlformats.org/officeDocument/2006/relationships/image" Target="../media/image18.svg"/><Relationship Id="rId7" Type="http://schemas.openxmlformats.org/officeDocument/2006/relationships/image" Target="../media/image34.png"/><Relationship Id="rId12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6" Type="http://schemas.openxmlformats.org/officeDocument/2006/relationships/hyperlink" Target="https://www.linkedin.com/company/coforge-tech/" TargetMode="External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openxmlformats.org/officeDocument/2006/relationships/hyperlink" Target="https://www.youtube.com/channel/UC-9Vk052THg8iIOJQQNUkqQ" TargetMode="External"/><Relationship Id="rId4" Type="http://schemas.openxmlformats.org/officeDocument/2006/relationships/hyperlink" Target="https://www.facebook.com/coforge.company" TargetMode="External"/><Relationship Id="rId9" Type="http://schemas.openxmlformats.org/officeDocument/2006/relationships/image" Target="../media/image35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company/coforge-tech/" TargetMode="External"/><Relationship Id="rId13" Type="http://schemas.openxmlformats.org/officeDocument/2006/relationships/image" Target="../media/image36.png"/><Relationship Id="rId3" Type="http://schemas.openxmlformats.org/officeDocument/2006/relationships/image" Target="../media/image18.svg"/><Relationship Id="rId7" Type="http://schemas.openxmlformats.org/officeDocument/2006/relationships/image" Target="../media/image33.png"/><Relationship Id="rId12" Type="http://schemas.openxmlformats.org/officeDocument/2006/relationships/hyperlink" Target="https://www.youtube.com/channel/UC-9Vk052THg8iIOJQQNUkqQ" TargetMode="External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6" Type="http://schemas.openxmlformats.org/officeDocument/2006/relationships/hyperlink" Target="https://www.facebook.com/coforge.company" TargetMode="External"/><Relationship Id="rId11" Type="http://schemas.openxmlformats.org/officeDocument/2006/relationships/image" Target="../media/image35.png"/><Relationship Id="rId5" Type="http://schemas.openxmlformats.org/officeDocument/2006/relationships/image" Target="../media/image16.svg"/><Relationship Id="rId10" Type="http://schemas.openxmlformats.org/officeDocument/2006/relationships/hyperlink" Target="https://twitter.com/Coforge_Tech" TargetMode="External"/><Relationship Id="rId4" Type="http://schemas.openxmlformats.org/officeDocument/2006/relationships/image" Target="../media/image15.png"/><Relationship Id="rId9" Type="http://schemas.openxmlformats.org/officeDocument/2006/relationships/image" Target="../media/image34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26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26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26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D2E1B83-9051-40B8-AEA2-A3277802BD5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 flipH="1">
            <a:off x="15113000" y="8001000"/>
            <a:ext cx="1143000" cy="1143000"/>
          </a:xfrm>
          <a:prstGeom prst="rect">
            <a:avLst/>
          </a:prstGeom>
        </p:spPr>
      </p:pic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D40AE506-A01F-7341-ADB2-912A9B542650}"/>
              </a:ext>
            </a:extLst>
          </p:cNvPr>
          <p:cNvSpPr/>
          <p:nvPr/>
        </p:nvSpPr>
        <p:spPr>
          <a:xfrm>
            <a:off x="0" y="0"/>
            <a:ext cx="6146800" cy="9144000"/>
          </a:xfrm>
          <a:prstGeom prst="round1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Holder 5">
            <a:extLst>
              <a:ext uri="{FF2B5EF4-FFF2-40B4-BE49-F238E27FC236}">
                <a16:creationId xmlns:a16="http://schemas.microsoft.com/office/drawing/2014/main" id="{AD40C997-F355-1F46-893F-3E3DF4345B26}"/>
              </a:ext>
            </a:extLst>
          </p:cNvPr>
          <p:cNvSpPr txBox="1">
            <a:spLocks/>
          </p:cNvSpPr>
          <p:nvPr/>
        </p:nvSpPr>
        <p:spPr>
          <a:xfrm>
            <a:off x="15383462" y="8473281"/>
            <a:ext cx="872538" cy="57943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6CCEE6C-0BB4-284C-AA71-6D1443FE7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609600"/>
            <a:ext cx="4754937" cy="731837"/>
          </a:xfrm>
        </p:spPr>
        <p:txBody>
          <a:bodyPr/>
          <a:lstStyle>
            <a:lvl1pPr algn="ctr"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48C44781-9549-5D4B-B26B-C9B287E82753}"/>
              </a:ext>
            </a:extLst>
          </p:cNvPr>
          <p:cNvSpPr txBox="1"/>
          <p:nvPr/>
        </p:nvSpPr>
        <p:spPr>
          <a:xfrm>
            <a:off x="720000" y="8565510"/>
            <a:ext cx="40576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2021 Coforge</a:t>
            </a:r>
            <a:endParaRPr sz="12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04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CC289F7-8D9D-874D-B8B1-24B9C3D33077}"/>
              </a:ext>
            </a:extLst>
          </p:cNvPr>
          <p:cNvSpPr/>
          <p:nvPr/>
        </p:nvSpPr>
        <p:spPr>
          <a:xfrm>
            <a:off x="0" y="0"/>
            <a:ext cx="2184400" cy="16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BDBE68-5AC8-4E00-AF39-2927B90BF42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 flipH="1">
            <a:off x="15113000" y="8001000"/>
            <a:ext cx="1143000" cy="1143000"/>
          </a:xfrm>
          <a:prstGeom prst="rect">
            <a:avLst/>
          </a:prstGeom>
        </p:spPr>
      </p:pic>
      <p:sp>
        <p:nvSpPr>
          <p:cNvPr id="4" name="Holder 5">
            <a:extLst>
              <a:ext uri="{FF2B5EF4-FFF2-40B4-BE49-F238E27FC236}">
                <a16:creationId xmlns:a16="http://schemas.microsoft.com/office/drawing/2014/main" id="{3A3F176F-FB1C-4D60-8DE6-4CFDBA54213A}"/>
              </a:ext>
            </a:extLst>
          </p:cNvPr>
          <p:cNvSpPr txBox="1">
            <a:spLocks/>
          </p:cNvSpPr>
          <p:nvPr/>
        </p:nvSpPr>
        <p:spPr>
          <a:xfrm>
            <a:off x="15383462" y="8473281"/>
            <a:ext cx="872538" cy="57943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573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134F30-A6D2-4673-A90F-5ECC4016122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890046" y="0"/>
            <a:ext cx="3364668" cy="3355678"/>
          </a:xfrm>
          <a:custGeom>
            <a:avLst/>
            <a:gdLst>
              <a:gd name="connsiteX0" fmla="*/ 2568 w 3364668"/>
              <a:gd name="connsiteY0" fmla="*/ 0 h 3355678"/>
              <a:gd name="connsiteX1" fmla="*/ 3364668 w 3364668"/>
              <a:gd name="connsiteY1" fmla="*/ 0 h 3355678"/>
              <a:gd name="connsiteX2" fmla="*/ 3364668 w 3364668"/>
              <a:gd name="connsiteY2" fmla="*/ 3353110 h 3355678"/>
              <a:gd name="connsiteX3" fmla="*/ 3227256 w 3364668"/>
              <a:gd name="connsiteY3" fmla="*/ 3355678 h 3355678"/>
              <a:gd name="connsiteX4" fmla="*/ 0 w 3364668"/>
              <a:gd name="connsiteY4" fmla="*/ 128422 h 3355678"/>
              <a:gd name="connsiteX5" fmla="*/ 2568 w 3364668"/>
              <a:gd name="connsiteY5" fmla="*/ 0 h 3355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4668" h="3355678">
                <a:moveTo>
                  <a:pt x="2568" y="0"/>
                </a:moveTo>
                <a:lnTo>
                  <a:pt x="3364668" y="0"/>
                </a:lnTo>
                <a:lnTo>
                  <a:pt x="3364668" y="3353110"/>
                </a:lnTo>
                <a:cubicBezTo>
                  <a:pt x="3318436" y="3354395"/>
                  <a:pt x="3273488" y="3355678"/>
                  <a:pt x="3227256" y="3355678"/>
                </a:cubicBezTo>
                <a:cubicBezTo>
                  <a:pt x="1444753" y="3355678"/>
                  <a:pt x="0" y="1910926"/>
                  <a:pt x="0" y="128422"/>
                </a:cubicBezTo>
                <a:cubicBezTo>
                  <a:pt x="0" y="86043"/>
                  <a:pt x="1284" y="42379"/>
                  <a:pt x="256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C289F7-8D9D-874D-B8B1-24B9C3D33077}"/>
              </a:ext>
            </a:extLst>
          </p:cNvPr>
          <p:cNvSpPr/>
          <p:nvPr/>
        </p:nvSpPr>
        <p:spPr>
          <a:xfrm>
            <a:off x="0" y="0"/>
            <a:ext cx="2184400" cy="16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BDBE68-5AC8-4E00-AF39-2927B90BF42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 flipH="1">
            <a:off x="15113000" y="8001000"/>
            <a:ext cx="1143000" cy="1143000"/>
          </a:xfrm>
          <a:prstGeom prst="rect">
            <a:avLst/>
          </a:prstGeom>
        </p:spPr>
      </p:pic>
      <p:sp>
        <p:nvSpPr>
          <p:cNvPr id="4" name="Holder 5">
            <a:extLst>
              <a:ext uri="{FF2B5EF4-FFF2-40B4-BE49-F238E27FC236}">
                <a16:creationId xmlns:a16="http://schemas.microsoft.com/office/drawing/2014/main" id="{3A3F176F-FB1C-4D60-8DE6-4CFDBA54213A}"/>
              </a:ext>
            </a:extLst>
          </p:cNvPr>
          <p:cNvSpPr txBox="1">
            <a:spLocks/>
          </p:cNvSpPr>
          <p:nvPr/>
        </p:nvSpPr>
        <p:spPr>
          <a:xfrm>
            <a:off x="15383462" y="8473281"/>
            <a:ext cx="872538" cy="57943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B62CF49-8BAB-4620-B1BD-9F3052AC789A}"/>
              </a:ext>
            </a:extLst>
          </p:cNvPr>
          <p:cNvSpPr/>
          <p:nvPr/>
        </p:nvSpPr>
        <p:spPr>
          <a:xfrm>
            <a:off x="12905457" y="1065906"/>
            <a:ext cx="3347972" cy="2407920"/>
          </a:xfrm>
          <a:custGeom>
            <a:avLst/>
            <a:gdLst>
              <a:gd name="connsiteX0" fmla="*/ 3211845 w 3347972"/>
              <a:gd name="connsiteY0" fmla="*/ 2393794 h 2407920"/>
              <a:gd name="connsiteX1" fmla="*/ 15411 w 3347972"/>
              <a:gd name="connsiteY1" fmla="*/ 0 h 2407920"/>
              <a:gd name="connsiteX2" fmla="*/ 0 w 3347972"/>
              <a:gd name="connsiteY2" fmla="*/ 0 h 2407920"/>
              <a:gd name="connsiteX3" fmla="*/ 846304 w 3347972"/>
              <a:gd name="connsiteY3" fmla="*/ 1428058 h 2407920"/>
              <a:gd name="connsiteX4" fmla="*/ 3210561 w 3347972"/>
              <a:gd name="connsiteY4" fmla="*/ 2407921 h 2407920"/>
              <a:gd name="connsiteX5" fmla="*/ 3347973 w 3347972"/>
              <a:gd name="connsiteY5" fmla="*/ 2405352 h 2407920"/>
              <a:gd name="connsiteX6" fmla="*/ 3347973 w 3347972"/>
              <a:gd name="connsiteY6" fmla="*/ 2392510 h 2407920"/>
              <a:gd name="connsiteX7" fmla="*/ 3211845 w 3347972"/>
              <a:gd name="connsiteY7" fmla="*/ 2393794 h 2407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47972" h="2407920">
                <a:moveTo>
                  <a:pt x="3211845" y="2393794"/>
                </a:moveTo>
                <a:cubicBezTo>
                  <a:pt x="1700313" y="2393794"/>
                  <a:pt x="421226" y="1381826"/>
                  <a:pt x="15411" y="0"/>
                </a:cubicBezTo>
                <a:lnTo>
                  <a:pt x="0" y="0"/>
                </a:lnTo>
                <a:cubicBezTo>
                  <a:pt x="155391" y="534237"/>
                  <a:pt x="443057" y="1023527"/>
                  <a:pt x="846304" y="1428058"/>
                </a:cubicBezTo>
                <a:cubicBezTo>
                  <a:pt x="1478142" y="2059896"/>
                  <a:pt x="2318025" y="2407921"/>
                  <a:pt x="3210561" y="2407921"/>
                </a:cubicBezTo>
                <a:cubicBezTo>
                  <a:pt x="3256793" y="2407921"/>
                  <a:pt x="3301741" y="2406637"/>
                  <a:pt x="3347973" y="2405352"/>
                </a:cubicBezTo>
                <a:lnTo>
                  <a:pt x="3347973" y="2392510"/>
                </a:lnTo>
                <a:cubicBezTo>
                  <a:pt x="3303025" y="2392510"/>
                  <a:pt x="3258077" y="2393794"/>
                  <a:pt x="3211845" y="2393794"/>
                </a:cubicBezTo>
                <a:close/>
              </a:path>
            </a:pathLst>
          </a:custGeom>
          <a:solidFill>
            <a:srgbClr val="F68B21"/>
          </a:solidFill>
          <a:ln w="1281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619F73D-B5ED-4D57-B5D7-A3308B6A1783}"/>
              </a:ext>
            </a:extLst>
          </p:cNvPr>
          <p:cNvSpPr/>
          <p:nvPr/>
        </p:nvSpPr>
        <p:spPr>
          <a:xfrm>
            <a:off x="12848576" y="1005547"/>
            <a:ext cx="120717" cy="120717"/>
          </a:xfrm>
          <a:custGeom>
            <a:avLst/>
            <a:gdLst>
              <a:gd name="connsiteX0" fmla="*/ 120717 w 120717"/>
              <a:gd name="connsiteY0" fmla="*/ 60359 h 120717"/>
              <a:gd name="connsiteX1" fmla="*/ 60359 w 120717"/>
              <a:gd name="connsiteY1" fmla="*/ 120717 h 120717"/>
              <a:gd name="connsiteX2" fmla="*/ 0 w 120717"/>
              <a:gd name="connsiteY2" fmla="*/ 60359 h 120717"/>
              <a:gd name="connsiteX3" fmla="*/ 60359 w 120717"/>
              <a:gd name="connsiteY3" fmla="*/ 0 h 120717"/>
              <a:gd name="connsiteX4" fmla="*/ 120717 w 120717"/>
              <a:gd name="connsiteY4" fmla="*/ 60359 h 120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717" h="120717">
                <a:moveTo>
                  <a:pt x="120717" y="60359"/>
                </a:moveTo>
                <a:cubicBezTo>
                  <a:pt x="120717" y="93694"/>
                  <a:pt x="93694" y="120717"/>
                  <a:pt x="60359" y="120717"/>
                </a:cubicBezTo>
                <a:cubicBezTo>
                  <a:pt x="27023" y="120717"/>
                  <a:pt x="0" y="93694"/>
                  <a:pt x="0" y="60359"/>
                </a:cubicBezTo>
                <a:cubicBezTo>
                  <a:pt x="0" y="27023"/>
                  <a:pt x="27023" y="0"/>
                  <a:pt x="60359" y="0"/>
                </a:cubicBezTo>
                <a:cubicBezTo>
                  <a:pt x="93694" y="0"/>
                  <a:pt x="120717" y="27023"/>
                  <a:pt x="120717" y="60359"/>
                </a:cubicBezTo>
                <a:close/>
              </a:path>
            </a:pathLst>
          </a:custGeom>
          <a:solidFill>
            <a:srgbClr val="F68B21"/>
          </a:solidFill>
          <a:ln w="1281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328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BB0A8F3-901C-4ED1-825D-1B0E156A67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3994" y="2929055"/>
            <a:ext cx="3867540" cy="3867540"/>
          </a:xfrm>
          <a:custGeom>
            <a:avLst/>
            <a:gdLst>
              <a:gd name="connsiteX0" fmla="*/ 1933770 w 3867540"/>
              <a:gd name="connsiteY0" fmla="*/ 0 h 3867540"/>
              <a:gd name="connsiteX1" fmla="*/ 3867540 w 3867540"/>
              <a:gd name="connsiteY1" fmla="*/ 1933770 h 3867540"/>
              <a:gd name="connsiteX2" fmla="*/ 1933770 w 3867540"/>
              <a:gd name="connsiteY2" fmla="*/ 3867540 h 3867540"/>
              <a:gd name="connsiteX3" fmla="*/ 0 w 3867540"/>
              <a:gd name="connsiteY3" fmla="*/ 1933770 h 3867540"/>
              <a:gd name="connsiteX4" fmla="*/ 1933770 w 3867540"/>
              <a:gd name="connsiteY4" fmla="*/ 0 h 386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540" h="3867540">
                <a:moveTo>
                  <a:pt x="1933770" y="0"/>
                </a:moveTo>
                <a:cubicBezTo>
                  <a:pt x="3001762" y="0"/>
                  <a:pt x="3867540" y="865778"/>
                  <a:pt x="3867540" y="1933770"/>
                </a:cubicBezTo>
                <a:cubicBezTo>
                  <a:pt x="3867540" y="3001762"/>
                  <a:pt x="3001762" y="3867540"/>
                  <a:pt x="1933770" y="3867540"/>
                </a:cubicBezTo>
                <a:cubicBezTo>
                  <a:pt x="865778" y="3867540"/>
                  <a:pt x="0" y="3001762"/>
                  <a:pt x="0" y="1933770"/>
                </a:cubicBezTo>
                <a:cubicBezTo>
                  <a:pt x="0" y="865778"/>
                  <a:pt x="865778" y="0"/>
                  <a:pt x="193377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C289F7-8D9D-874D-B8B1-24B9C3D33077}"/>
              </a:ext>
            </a:extLst>
          </p:cNvPr>
          <p:cNvSpPr/>
          <p:nvPr/>
        </p:nvSpPr>
        <p:spPr>
          <a:xfrm>
            <a:off x="0" y="0"/>
            <a:ext cx="2184400" cy="16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BDBE68-5AC8-4E00-AF39-2927B90BF42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 flipH="1">
            <a:off x="15113000" y="8001000"/>
            <a:ext cx="1143000" cy="1143000"/>
          </a:xfrm>
          <a:prstGeom prst="rect">
            <a:avLst/>
          </a:prstGeom>
        </p:spPr>
      </p:pic>
      <p:sp>
        <p:nvSpPr>
          <p:cNvPr id="4" name="Holder 5">
            <a:extLst>
              <a:ext uri="{FF2B5EF4-FFF2-40B4-BE49-F238E27FC236}">
                <a16:creationId xmlns:a16="http://schemas.microsoft.com/office/drawing/2014/main" id="{3A3F176F-FB1C-4D60-8DE6-4CFDBA54213A}"/>
              </a:ext>
            </a:extLst>
          </p:cNvPr>
          <p:cNvSpPr txBox="1">
            <a:spLocks/>
          </p:cNvSpPr>
          <p:nvPr/>
        </p:nvSpPr>
        <p:spPr>
          <a:xfrm>
            <a:off x="15383462" y="8473281"/>
            <a:ext cx="872538" cy="57943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2E42C04-491E-4430-83C6-A2DCE8318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566932"/>
            <a:ext cx="13024323" cy="7318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B6EDB73E-400C-4B7B-99D1-D8AF793577BF}"/>
              </a:ext>
            </a:extLst>
          </p:cNvPr>
          <p:cNvSpPr>
            <a:spLocks noChangeAspect="1"/>
          </p:cNvSpPr>
          <p:nvPr/>
        </p:nvSpPr>
        <p:spPr>
          <a:xfrm rot="14671065">
            <a:off x="594836" y="2794623"/>
            <a:ext cx="4140000" cy="4140000"/>
          </a:xfrm>
          <a:prstGeom prst="arc">
            <a:avLst>
              <a:gd name="adj1" fmla="val 419951"/>
              <a:gd name="adj2" fmla="val 19681993"/>
            </a:avLst>
          </a:prstGeom>
          <a:ln>
            <a:solidFill>
              <a:srgbClr val="353334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721BEF3F-89A0-4E4F-BC77-FA5583A4C1A4}"/>
              </a:ext>
            </a:extLst>
          </p:cNvPr>
          <p:cNvSpPr/>
          <p:nvPr/>
        </p:nvSpPr>
        <p:spPr>
          <a:xfrm rot="3219101">
            <a:off x="666468" y="2859506"/>
            <a:ext cx="4003159" cy="4003159"/>
          </a:xfrm>
          <a:prstGeom prst="arc">
            <a:avLst>
              <a:gd name="adj1" fmla="val 419951"/>
              <a:gd name="adj2" fmla="val 19681993"/>
            </a:avLst>
          </a:prstGeom>
          <a:ln>
            <a:solidFill>
              <a:srgbClr val="353334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822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 Single Corner Rectangle 1">
            <a:extLst>
              <a:ext uri="{FF2B5EF4-FFF2-40B4-BE49-F238E27FC236}">
                <a16:creationId xmlns:a16="http://schemas.microsoft.com/office/drawing/2014/main" id="{5B5EFAC8-15CD-4BB9-9B45-5DF6E70B81AD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 Single Corner Rectangle 14">
            <a:extLst>
              <a:ext uri="{FF2B5EF4-FFF2-40B4-BE49-F238E27FC236}">
                <a16:creationId xmlns:a16="http://schemas.microsoft.com/office/drawing/2014/main" id="{CE5270A6-D3E2-4859-A94C-89DC323ADDCF}"/>
              </a:ext>
            </a:extLst>
          </p:cNvPr>
          <p:cNvSpPr/>
          <p:nvPr/>
        </p:nvSpPr>
        <p:spPr>
          <a:xfrm>
            <a:off x="0" y="0"/>
            <a:ext cx="6312310" cy="9144000"/>
          </a:xfrm>
          <a:prstGeom prst="round1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2E1B83-9051-40B8-AEA2-A3277802BD5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 flipH="1">
            <a:off x="15113000" y="8001000"/>
            <a:ext cx="1143000" cy="1143000"/>
          </a:xfrm>
          <a:prstGeom prst="rect">
            <a:avLst/>
          </a:prstGeom>
        </p:spPr>
      </p:pic>
      <p:sp>
        <p:nvSpPr>
          <p:cNvPr id="13" name="Holder 5">
            <a:extLst>
              <a:ext uri="{FF2B5EF4-FFF2-40B4-BE49-F238E27FC236}">
                <a16:creationId xmlns:a16="http://schemas.microsoft.com/office/drawing/2014/main" id="{AD40C997-F355-1F46-893F-3E3DF4345B26}"/>
              </a:ext>
            </a:extLst>
          </p:cNvPr>
          <p:cNvSpPr txBox="1">
            <a:spLocks/>
          </p:cNvSpPr>
          <p:nvPr/>
        </p:nvSpPr>
        <p:spPr>
          <a:xfrm>
            <a:off x="15383462" y="8473281"/>
            <a:ext cx="872538" cy="57943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6CCEE6C-0BB4-284C-AA71-6D1443FE7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1295400"/>
            <a:ext cx="5715000" cy="990600"/>
          </a:xfrm>
        </p:spPr>
        <p:txBody>
          <a:bodyPr vert="horz" lIns="91440" tIns="45720" rIns="91440" bIns="45720" rtlCol="0" anchor="ctr">
            <a:normAutofit fontScale="90000"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48C44781-9549-5D4B-B26B-C9B287E82753}"/>
              </a:ext>
            </a:extLst>
          </p:cNvPr>
          <p:cNvSpPr txBox="1"/>
          <p:nvPr/>
        </p:nvSpPr>
        <p:spPr>
          <a:xfrm>
            <a:off x="720000" y="8565510"/>
            <a:ext cx="40576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2021 Coforge</a:t>
            </a:r>
            <a:endParaRPr sz="12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AF4D55-F36B-467A-83F1-3812EBDDAE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2" y="240542"/>
            <a:ext cx="2301197" cy="58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553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D6172-4CF5-574A-A9E3-F0FD1AE71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566932"/>
            <a:ext cx="13024323" cy="7318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810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A370FB9-CFE8-4A52-AEBB-59E1BD0E448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8320088" cy="9137650"/>
          </a:xfrm>
          <a:custGeom>
            <a:avLst/>
            <a:gdLst>
              <a:gd name="connsiteX0" fmla="*/ 0 w 8320088"/>
              <a:gd name="connsiteY0" fmla="*/ 0 h 9137650"/>
              <a:gd name="connsiteX1" fmla="*/ 2001 w 8320088"/>
              <a:gd name="connsiteY1" fmla="*/ 0 h 9137650"/>
              <a:gd name="connsiteX2" fmla="*/ 16005 w 8320088"/>
              <a:gd name="connsiteY2" fmla="*/ 0 h 9137650"/>
              <a:gd name="connsiteX3" fmla="*/ 31260 w 8320088"/>
              <a:gd name="connsiteY3" fmla="*/ 0 h 9137650"/>
              <a:gd name="connsiteX4" fmla="*/ 54018 w 8320088"/>
              <a:gd name="connsiteY4" fmla="*/ 0 h 9137650"/>
              <a:gd name="connsiteX5" fmla="*/ 85778 w 8320088"/>
              <a:gd name="connsiteY5" fmla="*/ 0 h 9137650"/>
              <a:gd name="connsiteX6" fmla="*/ 128042 w 8320088"/>
              <a:gd name="connsiteY6" fmla="*/ 0 h 9137650"/>
              <a:gd name="connsiteX7" fmla="*/ 182309 w 8320088"/>
              <a:gd name="connsiteY7" fmla="*/ 0 h 9137650"/>
              <a:gd name="connsiteX8" fmla="*/ 250081 w 8320088"/>
              <a:gd name="connsiteY8" fmla="*/ 0 h 9137650"/>
              <a:gd name="connsiteX9" fmla="*/ 332858 w 8320088"/>
              <a:gd name="connsiteY9" fmla="*/ 0 h 9137650"/>
              <a:gd name="connsiteX10" fmla="*/ 432140 w 8320088"/>
              <a:gd name="connsiteY10" fmla="*/ 0 h 9137650"/>
              <a:gd name="connsiteX11" fmla="*/ 549428 w 8320088"/>
              <a:gd name="connsiteY11" fmla="*/ 0 h 9137650"/>
              <a:gd name="connsiteX12" fmla="*/ 686222 w 8320088"/>
              <a:gd name="connsiteY12" fmla="*/ 0 h 9137650"/>
              <a:gd name="connsiteX13" fmla="*/ 844023 w 8320088"/>
              <a:gd name="connsiteY13" fmla="*/ 0 h 9137650"/>
              <a:gd name="connsiteX14" fmla="*/ 1024331 w 8320088"/>
              <a:gd name="connsiteY14" fmla="*/ 0 h 9137650"/>
              <a:gd name="connsiteX15" fmla="*/ 1228647 w 8320088"/>
              <a:gd name="connsiteY15" fmla="*/ 0 h 9137650"/>
              <a:gd name="connsiteX16" fmla="*/ 1458471 w 8320088"/>
              <a:gd name="connsiteY16" fmla="*/ 0 h 9137650"/>
              <a:gd name="connsiteX17" fmla="*/ 1715304 w 8320088"/>
              <a:gd name="connsiteY17" fmla="*/ 0 h 9137650"/>
              <a:gd name="connsiteX18" fmla="*/ 2000646 w 8320088"/>
              <a:gd name="connsiteY18" fmla="*/ 0 h 9137650"/>
              <a:gd name="connsiteX19" fmla="*/ 2154477 w 8320088"/>
              <a:gd name="connsiteY19" fmla="*/ 0 h 9137650"/>
              <a:gd name="connsiteX20" fmla="*/ 2315998 w 8320088"/>
              <a:gd name="connsiteY20" fmla="*/ 0 h 9137650"/>
              <a:gd name="connsiteX21" fmla="*/ 2485396 w 8320088"/>
              <a:gd name="connsiteY21" fmla="*/ 0 h 9137650"/>
              <a:gd name="connsiteX22" fmla="*/ 2662860 w 8320088"/>
              <a:gd name="connsiteY22" fmla="*/ 0 h 9137650"/>
              <a:gd name="connsiteX23" fmla="*/ 2848576 w 8320088"/>
              <a:gd name="connsiteY23" fmla="*/ 0 h 9137650"/>
              <a:gd name="connsiteX24" fmla="*/ 3042732 w 8320088"/>
              <a:gd name="connsiteY24" fmla="*/ 0 h 9137650"/>
              <a:gd name="connsiteX25" fmla="*/ 3245517 w 8320088"/>
              <a:gd name="connsiteY25" fmla="*/ 0 h 9137650"/>
              <a:gd name="connsiteX26" fmla="*/ 3457116 w 8320088"/>
              <a:gd name="connsiteY26" fmla="*/ 0 h 9137650"/>
              <a:gd name="connsiteX27" fmla="*/ 3677719 w 8320088"/>
              <a:gd name="connsiteY27" fmla="*/ 0 h 9137650"/>
              <a:gd name="connsiteX28" fmla="*/ 3907511 w 8320088"/>
              <a:gd name="connsiteY28" fmla="*/ 0 h 9137650"/>
              <a:gd name="connsiteX29" fmla="*/ 4146682 w 8320088"/>
              <a:gd name="connsiteY29" fmla="*/ 0 h 9137650"/>
              <a:gd name="connsiteX30" fmla="*/ 4395419 w 8320088"/>
              <a:gd name="connsiteY30" fmla="*/ 0 h 9137650"/>
              <a:gd name="connsiteX31" fmla="*/ 4653909 w 8320088"/>
              <a:gd name="connsiteY31" fmla="*/ 0 h 9137650"/>
              <a:gd name="connsiteX32" fmla="*/ 4922339 w 8320088"/>
              <a:gd name="connsiteY32" fmla="*/ 0 h 9137650"/>
              <a:gd name="connsiteX33" fmla="*/ 5200898 w 8320088"/>
              <a:gd name="connsiteY33" fmla="*/ 0 h 9137650"/>
              <a:gd name="connsiteX34" fmla="*/ 5489772 w 8320088"/>
              <a:gd name="connsiteY34" fmla="*/ 0 h 9137650"/>
              <a:gd name="connsiteX35" fmla="*/ 5789150 w 8320088"/>
              <a:gd name="connsiteY35" fmla="*/ 0 h 9137650"/>
              <a:gd name="connsiteX36" fmla="*/ 6099219 w 8320088"/>
              <a:gd name="connsiteY36" fmla="*/ 0 h 9137650"/>
              <a:gd name="connsiteX37" fmla="*/ 6420166 w 8320088"/>
              <a:gd name="connsiteY37" fmla="*/ 0 h 9137650"/>
              <a:gd name="connsiteX38" fmla="*/ 6752180 w 8320088"/>
              <a:gd name="connsiteY38" fmla="*/ 0 h 9137650"/>
              <a:gd name="connsiteX39" fmla="*/ 7095447 w 8320088"/>
              <a:gd name="connsiteY39" fmla="*/ 0 h 9137650"/>
              <a:gd name="connsiteX40" fmla="*/ 7450155 w 8320088"/>
              <a:gd name="connsiteY40" fmla="*/ 0 h 9137650"/>
              <a:gd name="connsiteX41" fmla="*/ 7816492 w 8320088"/>
              <a:gd name="connsiteY41" fmla="*/ 0 h 9137650"/>
              <a:gd name="connsiteX42" fmla="*/ 8194645 w 8320088"/>
              <a:gd name="connsiteY42" fmla="*/ 0 h 9137650"/>
              <a:gd name="connsiteX43" fmla="*/ 8320088 w 8320088"/>
              <a:gd name="connsiteY43" fmla="*/ 1406016 h 9137650"/>
              <a:gd name="connsiteX44" fmla="*/ 2120864 w 8320088"/>
              <a:gd name="connsiteY44" fmla="*/ 9137650 h 9137650"/>
              <a:gd name="connsiteX45" fmla="*/ 0 w 8320088"/>
              <a:gd name="connsiteY45" fmla="*/ 9137650 h 9137650"/>
              <a:gd name="connsiteX46" fmla="*/ 0 w 8320088"/>
              <a:gd name="connsiteY46" fmla="*/ 0 h 913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8320088" h="9137650">
                <a:moveTo>
                  <a:pt x="0" y="0"/>
                </a:moveTo>
                <a:lnTo>
                  <a:pt x="2001" y="0"/>
                </a:lnTo>
                <a:lnTo>
                  <a:pt x="16005" y="0"/>
                </a:lnTo>
                <a:lnTo>
                  <a:pt x="31260" y="0"/>
                </a:lnTo>
                <a:lnTo>
                  <a:pt x="54018" y="0"/>
                </a:lnTo>
                <a:lnTo>
                  <a:pt x="85778" y="0"/>
                </a:lnTo>
                <a:lnTo>
                  <a:pt x="128042" y="0"/>
                </a:lnTo>
                <a:lnTo>
                  <a:pt x="182309" y="0"/>
                </a:lnTo>
                <a:lnTo>
                  <a:pt x="250081" y="0"/>
                </a:lnTo>
                <a:lnTo>
                  <a:pt x="332858" y="0"/>
                </a:lnTo>
                <a:lnTo>
                  <a:pt x="432140" y="0"/>
                </a:lnTo>
                <a:lnTo>
                  <a:pt x="549428" y="0"/>
                </a:lnTo>
                <a:lnTo>
                  <a:pt x="686222" y="0"/>
                </a:lnTo>
                <a:lnTo>
                  <a:pt x="844023" y="0"/>
                </a:lnTo>
                <a:lnTo>
                  <a:pt x="1024331" y="0"/>
                </a:lnTo>
                <a:lnTo>
                  <a:pt x="1228647" y="0"/>
                </a:lnTo>
                <a:lnTo>
                  <a:pt x="1458471" y="0"/>
                </a:lnTo>
                <a:lnTo>
                  <a:pt x="1715304" y="0"/>
                </a:lnTo>
                <a:lnTo>
                  <a:pt x="2000646" y="0"/>
                </a:lnTo>
                <a:lnTo>
                  <a:pt x="2154477" y="0"/>
                </a:lnTo>
                <a:lnTo>
                  <a:pt x="2315998" y="0"/>
                </a:lnTo>
                <a:lnTo>
                  <a:pt x="2485396" y="0"/>
                </a:lnTo>
                <a:lnTo>
                  <a:pt x="2662860" y="0"/>
                </a:lnTo>
                <a:lnTo>
                  <a:pt x="2848576" y="0"/>
                </a:lnTo>
                <a:lnTo>
                  <a:pt x="3042732" y="0"/>
                </a:lnTo>
                <a:lnTo>
                  <a:pt x="3245517" y="0"/>
                </a:lnTo>
                <a:lnTo>
                  <a:pt x="3457116" y="0"/>
                </a:lnTo>
                <a:lnTo>
                  <a:pt x="3677719" y="0"/>
                </a:lnTo>
                <a:lnTo>
                  <a:pt x="3907511" y="0"/>
                </a:lnTo>
                <a:lnTo>
                  <a:pt x="4146682" y="0"/>
                </a:lnTo>
                <a:lnTo>
                  <a:pt x="4395419" y="0"/>
                </a:lnTo>
                <a:lnTo>
                  <a:pt x="4653909" y="0"/>
                </a:lnTo>
                <a:lnTo>
                  <a:pt x="4922339" y="0"/>
                </a:lnTo>
                <a:lnTo>
                  <a:pt x="5200898" y="0"/>
                </a:lnTo>
                <a:lnTo>
                  <a:pt x="5489772" y="0"/>
                </a:lnTo>
                <a:lnTo>
                  <a:pt x="5789150" y="0"/>
                </a:lnTo>
                <a:lnTo>
                  <a:pt x="6099219" y="0"/>
                </a:lnTo>
                <a:lnTo>
                  <a:pt x="6420166" y="0"/>
                </a:lnTo>
                <a:lnTo>
                  <a:pt x="6752180" y="0"/>
                </a:lnTo>
                <a:lnTo>
                  <a:pt x="7095447" y="0"/>
                </a:lnTo>
                <a:lnTo>
                  <a:pt x="7450155" y="0"/>
                </a:lnTo>
                <a:lnTo>
                  <a:pt x="7816492" y="0"/>
                </a:lnTo>
                <a:lnTo>
                  <a:pt x="8194645" y="0"/>
                </a:lnTo>
                <a:cubicBezTo>
                  <a:pt x="8276329" y="457028"/>
                  <a:pt x="8320088" y="925700"/>
                  <a:pt x="8320088" y="1406016"/>
                </a:cubicBezTo>
                <a:cubicBezTo>
                  <a:pt x="8320088" y="5184503"/>
                  <a:pt x="5668279" y="8345856"/>
                  <a:pt x="2120864" y="9137650"/>
                </a:cubicBezTo>
                <a:cubicBezTo>
                  <a:pt x="2120864" y="9137650"/>
                  <a:pt x="2120864" y="9137650"/>
                  <a:pt x="0" y="9137650"/>
                </a:cubicBezTo>
                <a:cubicBezTo>
                  <a:pt x="0" y="9137650"/>
                  <a:pt x="0" y="913765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66B366-994A-5945-A7CB-02E2EEAF0DE2}"/>
              </a:ext>
            </a:extLst>
          </p:cNvPr>
          <p:cNvSpPr/>
          <p:nvPr/>
        </p:nvSpPr>
        <p:spPr>
          <a:xfrm>
            <a:off x="12141200" y="7153835"/>
            <a:ext cx="4114800" cy="19901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94593B4-CA58-9849-815C-64A09F6CF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9600" y="3925263"/>
            <a:ext cx="6172200" cy="731837"/>
          </a:xfrm>
        </p:spPr>
        <p:txBody>
          <a:bodyPr>
            <a:noAutofit/>
          </a:bodyPr>
          <a:lstStyle>
            <a:lvl1pPr algn="l">
              <a:defRPr sz="6000"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CFAD6C1-D7B6-3F44-993B-3A0575EC76B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66600" y="564912"/>
            <a:ext cx="3568700" cy="959088"/>
          </a:xfrm>
          <a:prstGeom prst="rect">
            <a:avLst/>
          </a:prstGeom>
        </p:spPr>
      </p:pic>
      <p:sp>
        <p:nvSpPr>
          <p:cNvPr id="16" name="object 19">
            <a:extLst>
              <a:ext uri="{FF2B5EF4-FFF2-40B4-BE49-F238E27FC236}">
                <a16:creationId xmlns:a16="http://schemas.microsoft.com/office/drawing/2014/main" id="{80A13578-E81C-2C4F-8B54-20DE9833B5E3}"/>
              </a:ext>
            </a:extLst>
          </p:cNvPr>
          <p:cNvSpPr txBox="1"/>
          <p:nvPr/>
        </p:nvSpPr>
        <p:spPr>
          <a:xfrm>
            <a:off x="11557000" y="8336910"/>
            <a:ext cx="40576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2021 Coforge</a:t>
            </a:r>
            <a:endParaRPr sz="12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292A6BE-B25D-844D-9DF4-A9F932911E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93484" y="5189839"/>
            <a:ext cx="6078316" cy="51884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buFontTx/>
              <a:buNone/>
              <a:defRPr sz="3600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Insert Sub-heading here</a:t>
            </a: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B38CF516-C074-43AF-82A8-CD6BEA0F5476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0"/>
            <a:ext cx="8507413" cy="914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F5315C4-CE56-48ED-B3DC-A4C9F8029967}"/>
              </a:ext>
            </a:extLst>
          </p:cNvPr>
          <p:cNvSpPr>
            <a:spLocks/>
          </p:cNvSpPr>
          <p:nvPr/>
        </p:nvSpPr>
        <p:spPr bwMode="auto">
          <a:xfrm>
            <a:off x="2847975" y="3216275"/>
            <a:ext cx="5484813" cy="5921375"/>
          </a:xfrm>
          <a:custGeom>
            <a:avLst/>
            <a:gdLst>
              <a:gd name="T0" fmla="*/ 0 w 1880"/>
              <a:gd name="T1" fmla="*/ 2034 h 2034"/>
              <a:gd name="T2" fmla="*/ 28 w 1880"/>
              <a:gd name="T3" fmla="*/ 2034 h 2034"/>
              <a:gd name="T4" fmla="*/ 242 w 1880"/>
              <a:gd name="T5" fmla="*/ 1954 h 2034"/>
              <a:gd name="T6" fmla="*/ 1130 w 1880"/>
              <a:gd name="T7" fmla="*/ 1355 h 2034"/>
              <a:gd name="T8" fmla="*/ 1729 w 1880"/>
              <a:gd name="T9" fmla="*/ 466 h 2034"/>
              <a:gd name="T10" fmla="*/ 1880 w 1880"/>
              <a:gd name="T11" fmla="*/ 0 h 2034"/>
              <a:gd name="T12" fmla="*/ 1871 w 1880"/>
              <a:gd name="T13" fmla="*/ 0 h 2034"/>
              <a:gd name="T14" fmla="*/ 0 w 1880"/>
              <a:gd name="T15" fmla="*/ 2034 h 2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80" h="2034">
                <a:moveTo>
                  <a:pt x="0" y="2034"/>
                </a:moveTo>
                <a:cubicBezTo>
                  <a:pt x="28" y="2034"/>
                  <a:pt x="28" y="2034"/>
                  <a:pt x="28" y="2034"/>
                </a:cubicBezTo>
                <a:cubicBezTo>
                  <a:pt x="100" y="2010"/>
                  <a:pt x="171" y="1984"/>
                  <a:pt x="242" y="1954"/>
                </a:cubicBezTo>
                <a:cubicBezTo>
                  <a:pt x="575" y="1813"/>
                  <a:pt x="874" y="1611"/>
                  <a:pt x="1130" y="1355"/>
                </a:cubicBezTo>
                <a:cubicBezTo>
                  <a:pt x="1387" y="1098"/>
                  <a:pt x="1589" y="799"/>
                  <a:pt x="1729" y="466"/>
                </a:cubicBezTo>
                <a:cubicBezTo>
                  <a:pt x="1793" y="315"/>
                  <a:pt x="1844" y="159"/>
                  <a:pt x="1880" y="0"/>
                </a:cubicBezTo>
                <a:cubicBezTo>
                  <a:pt x="1871" y="0"/>
                  <a:pt x="1871" y="0"/>
                  <a:pt x="1871" y="0"/>
                </a:cubicBezTo>
                <a:cubicBezTo>
                  <a:pt x="1651" y="963"/>
                  <a:pt x="931" y="1737"/>
                  <a:pt x="0" y="2034"/>
                </a:cubicBezTo>
                <a:close/>
              </a:path>
            </a:pathLst>
          </a:custGeom>
          <a:solidFill>
            <a:srgbClr val="F68B1F"/>
          </a:solidFill>
          <a:ln w="11113" cap="flat">
            <a:solidFill>
              <a:srgbClr val="F68B2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4B80F5-A715-4A51-B38F-5239BFD367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12088" y="3101925"/>
            <a:ext cx="216000" cy="216000"/>
          </a:xfrm>
          <a:prstGeom prst="ellipse">
            <a:avLst/>
          </a:prstGeom>
          <a:solidFill>
            <a:srgbClr val="F68B1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240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D6172-4CF5-574A-A9E3-F0FD1AE71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566932"/>
            <a:ext cx="13024323" cy="7318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AFEA5-A18B-4447-8296-C8EBB130E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1828800"/>
            <a:ext cx="14020800" cy="617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3529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8DDD3-4FFD-2D49-BC4A-EF2D58B46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8888" y="1860076"/>
            <a:ext cx="6934200" cy="580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37C46-A0A4-9342-80F4-A452677CB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30602" y="1860076"/>
            <a:ext cx="6934200" cy="580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327606A-1BA9-4E7D-94AE-F77A819BE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566932"/>
            <a:ext cx="13024323" cy="7318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39243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99D8BF1-DBF4-D04A-89F5-DC2136714DB9}"/>
              </a:ext>
            </a:extLst>
          </p:cNvPr>
          <p:cNvGrpSpPr/>
          <p:nvPr/>
        </p:nvGrpSpPr>
        <p:grpSpPr>
          <a:xfrm>
            <a:off x="4742412" y="1"/>
            <a:ext cx="11517291" cy="6477000"/>
            <a:chOff x="0" y="0"/>
            <a:chExt cx="16259703" cy="914399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A2F185E-6C7B-C543-8775-FDAC135D9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6255999" cy="9143999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721BBA2-E195-4022-A0AE-7A8197BFFF39}"/>
                </a:ext>
              </a:extLst>
            </p:cNvPr>
            <p:cNvGrpSpPr/>
            <p:nvPr/>
          </p:nvGrpSpPr>
          <p:grpSpPr>
            <a:xfrm>
              <a:off x="10109200" y="1371600"/>
              <a:ext cx="6150503" cy="5086579"/>
              <a:chOff x="10032998" y="1581147"/>
              <a:chExt cx="6225676" cy="5010153"/>
            </a:xfrm>
          </p:grpSpPr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8C8FCA98-547E-4865-99DD-13180BA09D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109200" y="1661003"/>
                <a:ext cx="6149474" cy="4930297"/>
              </a:xfrm>
              <a:prstGeom prst="rect">
                <a:avLst/>
              </a:prstGeom>
            </p:spPr>
          </p:pic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759A308-13FE-430B-A116-8EC255D9BC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032998" y="1581147"/>
                <a:ext cx="218748" cy="21275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5A4E4E1-1F94-A946-8CAE-DE1E6419772D}"/>
              </a:ext>
            </a:extLst>
          </p:cNvPr>
          <p:cNvSpPr/>
          <p:nvPr/>
        </p:nvSpPr>
        <p:spPr>
          <a:xfrm>
            <a:off x="0" y="0"/>
            <a:ext cx="2456329" cy="207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6F602B8C-E381-B94E-82DF-7A5DAB4C4B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1828800"/>
            <a:ext cx="90082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r>
              <a:rPr lang="en-US" err="1"/>
              <a:t>dolors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A4A87AB-42E2-6245-AC40-B83FA7F2033E}"/>
              </a:ext>
            </a:extLst>
          </p:cNvPr>
          <p:cNvSpPr/>
          <p:nvPr/>
        </p:nvSpPr>
        <p:spPr>
          <a:xfrm>
            <a:off x="15367000" y="8382000"/>
            <a:ext cx="609600" cy="6096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Holder 5">
            <a:extLst>
              <a:ext uri="{FF2B5EF4-FFF2-40B4-BE49-F238E27FC236}">
                <a16:creationId xmlns:a16="http://schemas.microsoft.com/office/drawing/2014/main" id="{FDA283F4-F85A-7743-ADEF-B5672B932856}"/>
              </a:ext>
            </a:extLst>
          </p:cNvPr>
          <p:cNvSpPr txBox="1">
            <a:spLocks/>
          </p:cNvSpPr>
          <p:nvPr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DA11A90-BA24-43AB-B798-2C6C03D0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566932"/>
            <a:ext cx="13024323" cy="7318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4492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A4E4E1-1F94-A946-8CAE-DE1E6419772D}"/>
              </a:ext>
            </a:extLst>
          </p:cNvPr>
          <p:cNvSpPr/>
          <p:nvPr/>
        </p:nvSpPr>
        <p:spPr>
          <a:xfrm>
            <a:off x="0" y="0"/>
            <a:ext cx="2456329" cy="207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6F602B8C-E381-B94E-82DF-7A5DAB4C4B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1828800"/>
            <a:ext cx="90082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r>
              <a:rPr lang="en-US" err="1"/>
              <a:t>dolors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CC20271-8E0E-D249-BF9F-AA82ABE4176D}"/>
              </a:ext>
            </a:extLst>
          </p:cNvPr>
          <p:cNvSpPr/>
          <p:nvPr/>
        </p:nvSpPr>
        <p:spPr>
          <a:xfrm>
            <a:off x="15367000" y="8382000"/>
            <a:ext cx="609600" cy="6096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Holder 5">
            <a:extLst>
              <a:ext uri="{FF2B5EF4-FFF2-40B4-BE49-F238E27FC236}">
                <a16:creationId xmlns:a16="http://schemas.microsoft.com/office/drawing/2014/main" id="{65415436-2778-3D4A-BD2D-A3ED52761015}"/>
              </a:ext>
            </a:extLst>
          </p:cNvPr>
          <p:cNvSpPr txBox="1">
            <a:spLocks/>
          </p:cNvSpPr>
          <p:nvPr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2DA55DA-0532-0643-BF61-95062D8DB12F}"/>
              </a:ext>
            </a:extLst>
          </p:cNvPr>
          <p:cNvGrpSpPr/>
          <p:nvPr/>
        </p:nvGrpSpPr>
        <p:grpSpPr>
          <a:xfrm>
            <a:off x="9863809" y="1"/>
            <a:ext cx="6395894" cy="6476999"/>
            <a:chOff x="9575800" y="1"/>
            <a:chExt cx="6683903" cy="676866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5A97CCE-3E56-8A48-A193-9A04E19538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575800" y="1"/>
              <a:ext cx="6680198" cy="6768661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F245505-E755-4747-95D0-A7262A54BBB2}"/>
                </a:ext>
              </a:extLst>
            </p:cNvPr>
            <p:cNvGrpSpPr/>
            <p:nvPr/>
          </p:nvGrpSpPr>
          <p:grpSpPr>
            <a:xfrm>
              <a:off x="10109200" y="1371600"/>
              <a:ext cx="6150503" cy="5086579"/>
              <a:chOff x="10032998" y="1581147"/>
              <a:chExt cx="6225676" cy="5010153"/>
            </a:xfrm>
          </p:grpSpPr>
          <p:pic>
            <p:nvPicPr>
              <p:cNvPr id="12" name="Graphic 11">
                <a:extLst>
                  <a:ext uri="{FF2B5EF4-FFF2-40B4-BE49-F238E27FC236}">
                    <a16:creationId xmlns:a16="http://schemas.microsoft.com/office/drawing/2014/main" id="{1BEAE285-C8F3-42CD-BA19-86CA1288A0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109200" y="1661003"/>
                <a:ext cx="6149474" cy="4930297"/>
              </a:xfrm>
              <a:prstGeom prst="rect">
                <a:avLst/>
              </a:prstGeom>
            </p:spPr>
          </p:pic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51B7A88-A583-4128-9AD7-B87EB34D3EB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032998" y="1581147"/>
                <a:ext cx="218748" cy="21275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F6A08A61-616B-4978-98F0-90D615918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566932"/>
            <a:ext cx="13024323" cy="7318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4606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A4E631E-1EDB-524A-B6ED-0FAF4824D902}"/>
              </a:ext>
            </a:extLst>
          </p:cNvPr>
          <p:cNvSpPr/>
          <p:nvPr/>
        </p:nvSpPr>
        <p:spPr>
          <a:xfrm>
            <a:off x="0" y="0"/>
            <a:ext cx="2456329" cy="207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AC9418-60D2-6E4D-B250-DA39F17941C5}"/>
              </a:ext>
            </a:extLst>
          </p:cNvPr>
          <p:cNvSpPr/>
          <p:nvPr/>
        </p:nvSpPr>
        <p:spPr>
          <a:xfrm>
            <a:off x="15367000" y="8382000"/>
            <a:ext cx="609600" cy="6096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Holder 5">
            <a:extLst>
              <a:ext uri="{FF2B5EF4-FFF2-40B4-BE49-F238E27FC236}">
                <a16:creationId xmlns:a16="http://schemas.microsoft.com/office/drawing/2014/main" id="{BF0C27AE-3C77-3946-A3FB-FAF0158F5AC5}"/>
              </a:ext>
            </a:extLst>
          </p:cNvPr>
          <p:cNvSpPr txBox="1">
            <a:spLocks/>
          </p:cNvSpPr>
          <p:nvPr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972F2C-4587-8749-AE18-62AF8CE5E80F}"/>
              </a:ext>
            </a:extLst>
          </p:cNvPr>
          <p:cNvGrpSpPr/>
          <p:nvPr/>
        </p:nvGrpSpPr>
        <p:grpSpPr>
          <a:xfrm>
            <a:off x="5461000" y="1"/>
            <a:ext cx="10798703" cy="6072886"/>
            <a:chOff x="0" y="0"/>
            <a:chExt cx="16259703" cy="914399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C3490AD-049D-A244-B0E8-962BF14DA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6255998" cy="9143999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56CCFDB-874E-F54A-A1BB-7984383E6FC2}"/>
                </a:ext>
              </a:extLst>
            </p:cNvPr>
            <p:cNvGrpSpPr/>
            <p:nvPr/>
          </p:nvGrpSpPr>
          <p:grpSpPr>
            <a:xfrm>
              <a:off x="10109200" y="1371600"/>
              <a:ext cx="6150503" cy="5086579"/>
              <a:chOff x="10032998" y="1581147"/>
              <a:chExt cx="6225676" cy="5010153"/>
            </a:xfrm>
          </p:grpSpPr>
          <p:pic>
            <p:nvPicPr>
              <p:cNvPr id="20" name="Graphic 19">
                <a:extLst>
                  <a:ext uri="{FF2B5EF4-FFF2-40B4-BE49-F238E27FC236}">
                    <a16:creationId xmlns:a16="http://schemas.microsoft.com/office/drawing/2014/main" id="{9B0CB6AE-DB9B-E645-9299-4DF9BC6D55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109200" y="1661003"/>
                <a:ext cx="6149474" cy="4930297"/>
              </a:xfrm>
              <a:prstGeom prst="rect">
                <a:avLst/>
              </a:prstGeom>
            </p:spPr>
          </p:pic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6EE0C21-20EA-904E-8B79-325B55FC9C3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032998" y="1581147"/>
                <a:ext cx="218748" cy="212755"/>
              </a:xfrm>
              <a:prstGeom prst="ellipse">
                <a:avLst/>
              </a:prstGeom>
              <a:solidFill>
                <a:srgbClr val="0056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C0E9570F-C6BA-4AD0-8712-78B32CD6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566932"/>
            <a:ext cx="13024323" cy="7318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71EB4A9-77AF-DF4A-91E3-0ED3274588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1828800"/>
            <a:ext cx="90082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r>
              <a:rPr lang="en-US" err="1"/>
              <a:t>dolors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146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A4E631E-1EDB-524A-B6ED-0FAF4824D902}"/>
              </a:ext>
            </a:extLst>
          </p:cNvPr>
          <p:cNvSpPr/>
          <p:nvPr/>
        </p:nvSpPr>
        <p:spPr>
          <a:xfrm>
            <a:off x="0" y="0"/>
            <a:ext cx="2456329" cy="207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AC9418-60D2-6E4D-B250-DA39F17941C5}"/>
              </a:ext>
            </a:extLst>
          </p:cNvPr>
          <p:cNvSpPr/>
          <p:nvPr/>
        </p:nvSpPr>
        <p:spPr>
          <a:xfrm>
            <a:off x="15367000" y="8382000"/>
            <a:ext cx="609600" cy="6096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Holder 5">
            <a:extLst>
              <a:ext uri="{FF2B5EF4-FFF2-40B4-BE49-F238E27FC236}">
                <a16:creationId xmlns:a16="http://schemas.microsoft.com/office/drawing/2014/main" id="{BF0C27AE-3C77-3946-A3FB-FAF0158F5AC5}"/>
              </a:ext>
            </a:extLst>
          </p:cNvPr>
          <p:cNvSpPr txBox="1">
            <a:spLocks/>
          </p:cNvSpPr>
          <p:nvPr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C6D91F5-E9C1-9D40-A4AF-2EC6D7ABFADB}"/>
              </a:ext>
            </a:extLst>
          </p:cNvPr>
          <p:cNvGrpSpPr/>
          <p:nvPr/>
        </p:nvGrpSpPr>
        <p:grpSpPr>
          <a:xfrm>
            <a:off x="5689599" y="0"/>
            <a:ext cx="10570103" cy="5944327"/>
            <a:chOff x="1" y="0"/>
            <a:chExt cx="16259702" cy="914399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C3490AD-049D-A244-B0E8-962BF14DA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" y="0"/>
              <a:ext cx="16255996" cy="9143997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56CCFDB-874E-F54A-A1BB-7984383E6FC2}"/>
                </a:ext>
              </a:extLst>
            </p:cNvPr>
            <p:cNvGrpSpPr/>
            <p:nvPr/>
          </p:nvGrpSpPr>
          <p:grpSpPr>
            <a:xfrm>
              <a:off x="10109200" y="1371600"/>
              <a:ext cx="6150503" cy="5086579"/>
              <a:chOff x="10032998" y="1581147"/>
              <a:chExt cx="6225676" cy="5010153"/>
            </a:xfrm>
          </p:grpSpPr>
          <p:pic>
            <p:nvPicPr>
              <p:cNvPr id="20" name="Graphic 19">
                <a:extLst>
                  <a:ext uri="{FF2B5EF4-FFF2-40B4-BE49-F238E27FC236}">
                    <a16:creationId xmlns:a16="http://schemas.microsoft.com/office/drawing/2014/main" id="{9B0CB6AE-DB9B-E645-9299-4DF9BC6D55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109200" y="1661003"/>
                <a:ext cx="6149474" cy="4930297"/>
              </a:xfrm>
              <a:prstGeom prst="rect">
                <a:avLst/>
              </a:prstGeom>
            </p:spPr>
          </p:pic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6EE0C21-20EA-904E-8B79-325B55FC9C3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032998" y="1581147"/>
                <a:ext cx="218748" cy="212755"/>
              </a:xfrm>
              <a:prstGeom prst="ellipse">
                <a:avLst/>
              </a:prstGeom>
              <a:solidFill>
                <a:srgbClr val="0056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71EB4A9-77AF-DF4A-91E3-0ED3274588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1828800"/>
            <a:ext cx="90082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r>
              <a:rPr lang="en-US" err="1"/>
              <a:t>dolors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211D8BF-D180-4C4E-97E6-DC358CB70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566932"/>
            <a:ext cx="13024323" cy="7318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43613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A4E631E-1EDB-524A-B6ED-0FAF4824D902}"/>
              </a:ext>
            </a:extLst>
          </p:cNvPr>
          <p:cNvSpPr/>
          <p:nvPr/>
        </p:nvSpPr>
        <p:spPr>
          <a:xfrm>
            <a:off x="0" y="0"/>
            <a:ext cx="2456329" cy="207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AC9418-60D2-6E4D-B250-DA39F17941C5}"/>
              </a:ext>
            </a:extLst>
          </p:cNvPr>
          <p:cNvSpPr/>
          <p:nvPr/>
        </p:nvSpPr>
        <p:spPr>
          <a:xfrm>
            <a:off x="15367000" y="8382000"/>
            <a:ext cx="609600" cy="6096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Holder 5">
            <a:extLst>
              <a:ext uri="{FF2B5EF4-FFF2-40B4-BE49-F238E27FC236}">
                <a16:creationId xmlns:a16="http://schemas.microsoft.com/office/drawing/2014/main" id="{BF0C27AE-3C77-3946-A3FB-FAF0158F5AC5}"/>
              </a:ext>
            </a:extLst>
          </p:cNvPr>
          <p:cNvSpPr txBox="1">
            <a:spLocks/>
          </p:cNvSpPr>
          <p:nvPr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3276B3A-1F0B-A746-899C-F8C2E8801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00" y="609600"/>
            <a:ext cx="9083373" cy="731837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71EB4A9-77AF-DF4A-91E3-0ED3274588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1828800"/>
            <a:ext cx="90082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r>
              <a:rPr lang="en-US" err="1"/>
              <a:t>dolors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2929D04-B611-4EC4-BB79-6841E92AF9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55671" y="-1"/>
            <a:ext cx="5399043" cy="5384617"/>
          </a:xfrm>
          <a:custGeom>
            <a:avLst/>
            <a:gdLst>
              <a:gd name="connsiteX0" fmla="*/ 2568 w 3364668"/>
              <a:gd name="connsiteY0" fmla="*/ 0 h 3355678"/>
              <a:gd name="connsiteX1" fmla="*/ 3364668 w 3364668"/>
              <a:gd name="connsiteY1" fmla="*/ 0 h 3355678"/>
              <a:gd name="connsiteX2" fmla="*/ 3364668 w 3364668"/>
              <a:gd name="connsiteY2" fmla="*/ 3353110 h 3355678"/>
              <a:gd name="connsiteX3" fmla="*/ 3227256 w 3364668"/>
              <a:gd name="connsiteY3" fmla="*/ 3355678 h 3355678"/>
              <a:gd name="connsiteX4" fmla="*/ 0 w 3364668"/>
              <a:gd name="connsiteY4" fmla="*/ 128422 h 3355678"/>
              <a:gd name="connsiteX5" fmla="*/ 2568 w 3364668"/>
              <a:gd name="connsiteY5" fmla="*/ 0 h 3355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4668" h="3355678">
                <a:moveTo>
                  <a:pt x="2568" y="0"/>
                </a:moveTo>
                <a:lnTo>
                  <a:pt x="3364668" y="0"/>
                </a:lnTo>
                <a:lnTo>
                  <a:pt x="3364668" y="3353110"/>
                </a:lnTo>
                <a:cubicBezTo>
                  <a:pt x="3318436" y="3354395"/>
                  <a:pt x="3273488" y="3355678"/>
                  <a:pt x="3227256" y="3355678"/>
                </a:cubicBezTo>
                <a:cubicBezTo>
                  <a:pt x="1444753" y="3355678"/>
                  <a:pt x="0" y="1910926"/>
                  <a:pt x="0" y="128422"/>
                </a:cubicBezTo>
                <a:cubicBezTo>
                  <a:pt x="0" y="86043"/>
                  <a:pt x="1284" y="42379"/>
                  <a:pt x="256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C71C969-BF14-404B-9814-C510A837282F}"/>
              </a:ext>
            </a:extLst>
          </p:cNvPr>
          <p:cNvSpPr/>
          <p:nvPr/>
        </p:nvSpPr>
        <p:spPr>
          <a:xfrm>
            <a:off x="10890883" y="1693899"/>
            <a:ext cx="5372252" cy="3863817"/>
          </a:xfrm>
          <a:custGeom>
            <a:avLst/>
            <a:gdLst>
              <a:gd name="connsiteX0" fmla="*/ 3211845 w 3347972"/>
              <a:gd name="connsiteY0" fmla="*/ 2393794 h 2407920"/>
              <a:gd name="connsiteX1" fmla="*/ 15411 w 3347972"/>
              <a:gd name="connsiteY1" fmla="*/ 0 h 2407920"/>
              <a:gd name="connsiteX2" fmla="*/ 0 w 3347972"/>
              <a:gd name="connsiteY2" fmla="*/ 0 h 2407920"/>
              <a:gd name="connsiteX3" fmla="*/ 846304 w 3347972"/>
              <a:gd name="connsiteY3" fmla="*/ 1428058 h 2407920"/>
              <a:gd name="connsiteX4" fmla="*/ 3210561 w 3347972"/>
              <a:gd name="connsiteY4" fmla="*/ 2407921 h 2407920"/>
              <a:gd name="connsiteX5" fmla="*/ 3347973 w 3347972"/>
              <a:gd name="connsiteY5" fmla="*/ 2405352 h 2407920"/>
              <a:gd name="connsiteX6" fmla="*/ 3347973 w 3347972"/>
              <a:gd name="connsiteY6" fmla="*/ 2392510 h 2407920"/>
              <a:gd name="connsiteX7" fmla="*/ 3211845 w 3347972"/>
              <a:gd name="connsiteY7" fmla="*/ 2393794 h 2407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47972" h="2407920">
                <a:moveTo>
                  <a:pt x="3211845" y="2393794"/>
                </a:moveTo>
                <a:cubicBezTo>
                  <a:pt x="1700313" y="2393794"/>
                  <a:pt x="421226" y="1381826"/>
                  <a:pt x="15411" y="0"/>
                </a:cubicBezTo>
                <a:lnTo>
                  <a:pt x="0" y="0"/>
                </a:lnTo>
                <a:cubicBezTo>
                  <a:pt x="155391" y="534237"/>
                  <a:pt x="443057" y="1023527"/>
                  <a:pt x="846304" y="1428058"/>
                </a:cubicBezTo>
                <a:cubicBezTo>
                  <a:pt x="1478142" y="2059896"/>
                  <a:pt x="2318025" y="2407921"/>
                  <a:pt x="3210561" y="2407921"/>
                </a:cubicBezTo>
                <a:cubicBezTo>
                  <a:pt x="3256793" y="2407921"/>
                  <a:pt x="3301741" y="2406637"/>
                  <a:pt x="3347973" y="2405352"/>
                </a:cubicBezTo>
                <a:lnTo>
                  <a:pt x="3347973" y="2392510"/>
                </a:lnTo>
                <a:cubicBezTo>
                  <a:pt x="3303025" y="2392510"/>
                  <a:pt x="3258077" y="2393794"/>
                  <a:pt x="3211845" y="2393794"/>
                </a:cubicBezTo>
                <a:close/>
              </a:path>
            </a:pathLst>
          </a:custGeom>
          <a:solidFill>
            <a:srgbClr val="F68B21"/>
          </a:solidFill>
          <a:ln w="1281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FE04AFF-9399-4BB5-93A8-5672D595F80A}"/>
              </a:ext>
            </a:extLst>
          </p:cNvPr>
          <p:cNvSpPr/>
          <p:nvPr/>
        </p:nvSpPr>
        <p:spPr>
          <a:xfrm>
            <a:off x="10824074" y="1635094"/>
            <a:ext cx="193706" cy="193706"/>
          </a:xfrm>
          <a:custGeom>
            <a:avLst/>
            <a:gdLst>
              <a:gd name="connsiteX0" fmla="*/ 120717 w 120717"/>
              <a:gd name="connsiteY0" fmla="*/ 60359 h 120717"/>
              <a:gd name="connsiteX1" fmla="*/ 60359 w 120717"/>
              <a:gd name="connsiteY1" fmla="*/ 120717 h 120717"/>
              <a:gd name="connsiteX2" fmla="*/ 0 w 120717"/>
              <a:gd name="connsiteY2" fmla="*/ 60359 h 120717"/>
              <a:gd name="connsiteX3" fmla="*/ 60359 w 120717"/>
              <a:gd name="connsiteY3" fmla="*/ 0 h 120717"/>
              <a:gd name="connsiteX4" fmla="*/ 120717 w 120717"/>
              <a:gd name="connsiteY4" fmla="*/ 60359 h 120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717" h="120717">
                <a:moveTo>
                  <a:pt x="120717" y="60359"/>
                </a:moveTo>
                <a:cubicBezTo>
                  <a:pt x="120717" y="93694"/>
                  <a:pt x="93694" y="120717"/>
                  <a:pt x="60359" y="120717"/>
                </a:cubicBezTo>
                <a:cubicBezTo>
                  <a:pt x="27023" y="120717"/>
                  <a:pt x="0" y="93694"/>
                  <a:pt x="0" y="60359"/>
                </a:cubicBezTo>
                <a:cubicBezTo>
                  <a:pt x="0" y="27023"/>
                  <a:pt x="27023" y="0"/>
                  <a:pt x="60359" y="0"/>
                </a:cubicBezTo>
                <a:cubicBezTo>
                  <a:pt x="93694" y="0"/>
                  <a:pt x="120717" y="27023"/>
                  <a:pt x="120717" y="60359"/>
                </a:cubicBezTo>
                <a:close/>
              </a:path>
            </a:pathLst>
          </a:custGeom>
          <a:solidFill>
            <a:srgbClr val="F68B21"/>
          </a:solidFill>
          <a:ln w="1281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8528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5F0D158-E795-4F47-95DD-CA21DEC6A7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" y="2055813"/>
            <a:ext cx="2757488" cy="5465762"/>
          </a:xfrm>
          <a:custGeom>
            <a:avLst/>
            <a:gdLst>
              <a:gd name="connsiteX0" fmla="*/ 0 w 2757488"/>
              <a:gd name="connsiteY0" fmla="*/ 0 h 5465762"/>
              <a:gd name="connsiteX1" fmla="*/ 14177 w 2757488"/>
              <a:gd name="connsiteY1" fmla="*/ 0 h 5465762"/>
              <a:gd name="connsiteX2" fmla="*/ 2757488 w 2757488"/>
              <a:gd name="connsiteY2" fmla="*/ 2732881 h 5465762"/>
              <a:gd name="connsiteX3" fmla="*/ 14177 w 2757488"/>
              <a:gd name="connsiteY3" fmla="*/ 5465762 h 5465762"/>
              <a:gd name="connsiteX4" fmla="*/ 0 w 2757488"/>
              <a:gd name="connsiteY4" fmla="*/ 5465762 h 5465762"/>
              <a:gd name="connsiteX5" fmla="*/ 0 w 2757488"/>
              <a:gd name="connsiteY5" fmla="*/ 0 h 5465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57488" h="5465762">
                <a:moveTo>
                  <a:pt x="0" y="0"/>
                </a:moveTo>
                <a:cubicBezTo>
                  <a:pt x="3544" y="0"/>
                  <a:pt x="10633" y="0"/>
                  <a:pt x="14177" y="0"/>
                </a:cubicBezTo>
                <a:cubicBezTo>
                  <a:pt x="1531150" y="0"/>
                  <a:pt x="2757488" y="1221676"/>
                  <a:pt x="2757488" y="2732881"/>
                </a:cubicBezTo>
                <a:cubicBezTo>
                  <a:pt x="2757488" y="4244087"/>
                  <a:pt x="1531150" y="5465762"/>
                  <a:pt x="14177" y="5465762"/>
                </a:cubicBezTo>
                <a:cubicBezTo>
                  <a:pt x="10633" y="5465762"/>
                  <a:pt x="3544" y="5465762"/>
                  <a:pt x="0" y="5465762"/>
                </a:cubicBezTo>
                <a:cubicBezTo>
                  <a:pt x="0" y="5465762"/>
                  <a:pt x="0" y="5465762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C289F7-8D9D-874D-B8B1-24B9C3D33077}"/>
              </a:ext>
            </a:extLst>
          </p:cNvPr>
          <p:cNvSpPr/>
          <p:nvPr/>
        </p:nvSpPr>
        <p:spPr>
          <a:xfrm>
            <a:off x="0" y="0"/>
            <a:ext cx="2184400" cy="16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BDBE68-5AC8-4E00-AF39-2927B90BF42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 flipH="1">
            <a:off x="15113000" y="8001000"/>
            <a:ext cx="1143000" cy="1143000"/>
          </a:xfrm>
          <a:prstGeom prst="rect">
            <a:avLst/>
          </a:prstGeom>
        </p:spPr>
      </p:pic>
      <p:sp>
        <p:nvSpPr>
          <p:cNvPr id="4" name="Holder 5">
            <a:extLst>
              <a:ext uri="{FF2B5EF4-FFF2-40B4-BE49-F238E27FC236}">
                <a16:creationId xmlns:a16="http://schemas.microsoft.com/office/drawing/2014/main" id="{3A3F176F-FB1C-4D60-8DE6-4CFDBA54213A}"/>
              </a:ext>
            </a:extLst>
          </p:cNvPr>
          <p:cNvSpPr txBox="1">
            <a:spLocks/>
          </p:cNvSpPr>
          <p:nvPr/>
        </p:nvSpPr>
        <p:spPr>
          <a:xfrm>
            <a:off x="15383462" y="8473281"/>
            <a:ext cx="872538" cy="57943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AutoShape 8">
            <a:extLst>
              <a:ext uri="{FF2B5EF4-FFF2-40B4-BE49-F238E27FC236}">
                <a16:creationId xmlns:a16="http://schemas.microsoft.com/office/drawing/2014/main" id="{3B600655-32AE-4569-9B6A-F3984B321650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2052638"/>
            <a:ext cx="2881313" cy="559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70447E6C-B98A-49AA-B9C6-644ADABAC64D}"/>
              </a:ext>
            </a:extLst>
          </p:cNvPr>
          <p:cNvSpPr>
            <a:spLocks/>
          </p:cNvSpPr>
          <p:nvPr/>
        </p:nvSpPr>
        <p:spPr bwMode="auto">
          <a:xfrm>
            <a:off x="3175" y="2779713"/>
            <a:ext cx="3143251" cy="4854575"/>
          </a:xfrm>
          <a:custGeom>
            <a:avLst/>
            <a:gdLst>
              <a:gd name="T0" fmla="*/ 0 w 887"/>
              <a:gd name="T1" fmla="*/ 1374 h 1375"/>
              <a:gd name="T2" fmla="*/ 573 w 887"/>
              <a:gd name="T3" fmla="*/ 1138 h 1375"/>
              <a:gd name="T4" fmla="*/ 573 w 887"/>
              <a:gd name="T5" fmla="*/ 0 h 1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87" h="1375">
                <a:moveTo>
                  <a:pt x="0" y="1374"/>
                </a:moveTo>
                <a:cubicBezTo>
                  <a:pt x="207" y="1375"/>
                  <a:pt x="415" y="1296"/>
                  <a:pt x="573" y="1138"/>
                </a:cubicBezTo>
                <a:cubicBezTo>
                  <a:pt x="887" y="824"/>
                  <a:pt x="887" y="314"/>
                  <a:pt x="573" y="0"/>
                </a:cubicBezTo>
              </a:path>
            </a:pathLst>
          </a:custGeom>
          <a:noFill/>
          <a:ln w="14288" cap="flat">
            <a:solidFill>
              <a:srgbClr val="F68B2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250D01A1-2B2E-4449-8D7A-5ED953ED9145}"/>
              </a:ext>
            </a:extLst>
          </p:cNvPr>
          <p:cNvSpPr>
            <a:spLocks/>
          </p:cNvSpPr>
          <p:nvPr/>
        </p:nvSpPr>
        <p:spPr bwMode="auto">
          <a:xfrm>
            <a:off x="3175" y="2773363"/>
            <a:ext cx="3154363" cy="4868862"/>
          </a:xfrm>
          <a:custGeom>
            <a:avLst/>
            <a:gdLst>
              <a:gd name="T0" fmla="*/ 573 w 890"/>
              <a:gd name="T1" fmla="*/ 1140 h 1379"/>
              <a:gd name="T2" fmla="*/ 0 w 890"/>
              <a:gd name="T3" fmla="*/ 1376 h 1379"/>
              <a:gd name="T4" fmla="*/ 0 w 890"/>
              <a:gd name="T5" fmla="*/ 1378 h 1379"/>
              <a:gd name="T6" fmla="*/ 575 w 890"/>
              <a:gd name="T7" fmla="*/ 1142 h 1379"/>
              <a:gd name="T8" fmla="*/ 575 w 890"/>
              <a:gd name="T9" fmla="*/ 0 h 1379"/>
              <a:gd name="T10" fmla="*/ 573 w 890"/>
              <a:gd name="T11" fmla="*/ 2 h 1379"/>
              <a:gd name="T12" fmla="*/ 573 w 890"/>
              <a:gd name="T13" fmla="*/ 1140 h 1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90" h="1379">
                <a:moveTo>
                  <a:pt x="573" y="1140"/>
                </a:moveTo>
                <a:cubicBezTo>
                  <a:pt x="415" y="1298"/>
                  <a:pt x="207" y="1377"/>
                  <a:pt x="0" y="1376"/>
                </a:cubicBezTo>
                <a:cubicBezTo>
                  <a:pt x="0" y="1378"/>
                  <a:pt x="0" y="1378"/>
                  <a:pt x="0" y="1378"/>
                </a:cubicBezTo>
                <a:cubicBezTo>
                  <a:pt x="208" y="1379"/>
                  <a:pt x="416" y="1301"/>
                  <a:pt x="575" y="1142"/>
                </a:cubicBezTo>
                <a:cubicBezTo>
                  <a:pt x="890" y="827"/>
                  <a:pt x="890" y="315"/>
                  <a:pt x="575" y="0"/>
                </a:cubicBezTo>
                <a:cubicBezTo>
                  <a:pt x="573" y="2"/>
                  <a:pt x="573" y="2"/>
                  <a:pt x="573" y="2"/>
                </a:cubicBezTo>
                <a:cubicBezTo>
                  <a:pt x="887" y="316"/>
                  <a:pt x="887" y="826"/>
                  <a:pt x="573" y="1140"/>
                </a:cubicBezTo>
                <a:close/>
              </a:path>
            </a:pathLst>
          </a:custGeom>
          <a:solidFill>
            <a:srgbClr val="F68B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DA716F8-855B-425E-A7E2-09A9A0A3B993}"/>
              </a:ext>
            </a:extLst>
          </p:cNvPr>
          <p:cNvGrpSpPr/>
          <p:nvPr/>
        </p:nvGrpSpPr>
        <p:grpSpPr>
          <a:xfrm>
            <a:off x="3175" y="2724150"/>
            <a:ext cx="3162301" cy="4921250"/>
            <a:chOff x="3175" y="2724150"/>
            <a:chExt cx="3162301" cy="4921250"/>
          </a:xfrm>
        </p:grpSpPr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79C0CEBA-7ACD-4B7A-AD73-98656B49C3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5" y="2768600"/>
              <a:ext cx="3162301" cy="4876800"/>
            </a:xfrm>
            <a:custGeom>
              <a:avLst/>
              <a:gdLst>
                <a:gd name="T0" fmla="*/ 576 w 892"/>
                <a:gd name="T1" fmla="*/ 0 h 1381"/>
                <a:gd name="T2" fmla="*/ 573 w 892"/>
                <a:gd name="T3" fmla="*/ 3 h 1381"/>
                <a:gd name="T4" fmla="*/ 573 w 892"/>
                <a:gd name="T5" fmla="*/ 3 h 1381"/>
                <a:gd name="T6" fmla="*/ 575 w 892"/>
                <a:gd name="T7" fmla="*/ 1 h 1381"/>
                <a:gd name="T8" fmla="*/ 575 w 892"/>
                <a:gd name="T9" fmla="*/ 1143 h 1381"/>
                <a:gd name="T10" fmla="*/ 0 w 892"/>
                <a:gd name="T11" fmla="*/ 1379 h 1381"/>
                <a:gd name="T12" fmla="*/ 0 w 892"/>
                <a:gd name="T13" fmla="*/ 1381 h 1381"/>
                <a:gd name="T14" fmla="*/ 4 w 892"/>
                <a:gd name="T15" fmla="*/ 1381 h 1381"/>
                <a:gd name="T16" fmla="*/ 576 w 892"/>
                <a:gd name="T17" fmla="*/ 1144 h 1381"/>
                <a:gd name="T18" fmla="*/ 576 w 892"/>
                <a:gd name="T19" fmla="*/ 0 h 1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2" h="1381">
                  <a:moveTo>
                    <a:pt x="576" y="0"/>
                  </a:moveTo>
                  <a:cubicBezTo>
                    <a:pt x="573" y="3"/>
                    <a:pt x="573" y="3"/>
                    <a:pt x="573" y="3"/>
                  </a:cubicBezTo>
                  <a:cubicBezTo>
                    <a:pt x="573" y="3"/>
                    <a:pt x="573" y="3"/>
                    <a:pt x="573" y="3"/>
                  </a:cubicBezTo>
                  <a:cubicBezTo>
                    <a:pt x="575" y="1"/>
                    <a:pt x="575" y="1"/>
                    <a:pt x="575" y="1"/>
                  </a:cubicBezTo>
                  <a:cubicBezTo>
                    <a:pt x="890" y="316"/>
                    <a:pt x="890" y="828"/>
                    <a:pt x="575" y="1143"/>
                  </a:cubicBezTo>
                  <a:cubicBezTo>
                    <a:pt x="416" y="1302"/>
                    <a:pt x="208" y="1380"/>
                    <a:pt x="0" y="1379"/>
                  </a:cubicBezTo>
                  <a:cubicBezTo>
                    <a:pt x="0" y="1381"/>
                    <a:pt x="0" y="1381"/>
                    <a:pt x="0" y="1381"/>
                  </a:cubicBezTo>
                  <a:cubicBezTo>
                    <a:pt x="1" y="1381"/>
                    <a:pt x="3" y="1381"/>
                    <a:pt x="4" y="1381"/>
                  </a:cubicBezTo>
                  <a:cubicBezTo>
                    <a:pt x="211" y="1381"/>
                    <a:pt x="419" y="1302"/>
                    <a:pt x="576" y="1144"/>
                  </a:cubicBezTo>
                  <a:cubicBezTo>
                    <a:pt x="892" y="829"/>
                    <a:pt x="892" y="315"/>
                    <a:pt x="576" y="0"/>
                  </a:cubicBezTo>
                  <a:close/>
                </a:path>
              </a:pathLst>
            </a:custGeom>
            <a:solidFill>
              <a:srgbClr val="F68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Oval 14">
              <a:extLst>
                <a:ext uri="{FF2B5EF4-FFF2-40B4-BE49-F238E27FC236}">
                  <a16:creationId xmlns:a16="http://schemas.microsoft.com/office/drawing/2014/main" id="{650C9F1A-3CCB-4617-BA8C-A121D5ED3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313" y="2724150"/>
              <a:ext cx="109538" cy="109537"/>
            </a:xfrm>
            <a:prstGeom prst="ellipse">
              <a:avLst/>
            </a:prstGeom>
            <a:solidFill>
              <a:srgbClr val="F68B21"/>
            </a:solidFill>
            <a:ln w="14288" cap="flat">
              <a:solidFill>
                <a:srgbClr val="F68B2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18575F66-E494-4A8F-977D-9BA12504C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566932"/>
            <a:ext cx="13024323" cy="7318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0375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Single Corner Rectangle 14">
            <a:extLst>
              <a:ext uri="{FF2B5EF4-FFF2-40B4-BE49-F238E27FC236}">
                <a16:creationId xmlns:a16="http://schemas.microsoft.com/office/drawing/2014/main" id="{80381C5A-808C-CB4A-85A0-5373BB1C3970}"/>
              </a:ext>
            </a:extLst>
          </p:cNvPr>
          <p:cNvSpPr/>
          <p:nvPr/>
        </p:nvSpPr>
        <p:spPr>
          <a:xfrm flipH="1">
            <a:off x="11328400" y="0"/>
            <a:ext cx="4927600" cy="9144000"/>
          </a:xfrm>
          <a:prstGeom prst="round1Rect">
            <a:avLst>
              <a:gd name="adj" fmla="val 0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C289F7-8D9D-874D-B8B1-24B9C3D33077}"/>
              </a:ext>
            </a:extLst>
          </p:cNvPr>
          <p:cNvSpPr/>
          <p:nvPr/>
        </p:nvSpPr>
        <p:spPr>
          <a:xfrm>
            <a:off x="0" y="0"/>
            <a:ext cx="2184400" cy="16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BDBE68-5AC8-4E00-AF39-2927B90BF42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 flipH="1">
            <a:off x="15113000" y="8001000"/>
            <a:ext cx="1143000" cy="1143000"/>
          </a:xfrm>
          <a:prstGeom prst="rect">
            <a:avLst/>
          </a:prstGeom>
        </p:spPr>
      </p:pic>
      <p:sp>
        <p:nvSpPr>
          <p:cNvPr id="4" name="Holder 5">
            <a:extLst>
              <a:ext uri="{FF2B5EF4-FFF2-40B4-BE49-F238E27FC236}">
                <a16:creationId xmlns:a16="http://schemas.microsoft.com/office/drawing/2014/main" id="{3A3F176F-FB1C-4D60-8DE6-4CFDBA54213A}"/>
              </a:ext>
            </a:extLst>
          </p:cNvPr>
          <p:cNvSpPr txBox="1">
            <a:spLocks/>
          </p:cNvSpPr>
          <p:nvPr/>
        </p:nvSpPr>
        <p:spPr>
          <a:xfrm>
            <a:off x="15383462" y="8473281"/>
            <a:ext cx="872538" cy="57943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769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4497A461-D5A7-A043-9407-FA5684E2D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19" name="Freeform 18">
            <a:hlinkClick r:id="rId3"/>
            <a:extLst>
              <a:ext uri="{FF2B5EF4-FFF2-40B4-BE49-F238E27FC236}">
                <a16:creationId xmlns:a16="http://schemas.microsoft.com/office/drawing/2014/main" id="{ED485EB3-7695-1E4B-A03C-8DF22DA71EC4}"/>
              </a:ext>
            </a:extLst>
          </p:cNvPr>
          <p:cNvSpPr>
            <a:spLocks/>
          </p:cNvSpPr>
          <p:nvPr/>
        </p:nvSpPr>
        <p:spPr bwMode="auto">
          <a:xfrm>
            <a:off x="10985939" y="5362705"/>
            <a:ext cx="435304" cy="355877"/>
          </a:xfrm>
          <a:custGeom>
            <a:avLst/>
            <a:gdLst>
              <a:gd name="T0" fmla="*/ 18 w 422"/>
              <a:gd name="T1" fmla="*/ 307 h 345"/>
              <a:gd name="T2" fmla="*/ 68 w 422"/>
              <a:gd name="T3" fmla="*/ 301 h 345"/>
              <a:gd name="T4" fmla="*/ 112 w 422"/>
              <a:gd name="T5" fmla="*/ 281 h 345"/>
              <a:gd name="T6" fmla="*/ 112 w 422"/>
              <a:gd name="T7" fmla="*/ 269 h 345"/>
              <a:gd name="T8" fmla="*/ 78 w 422"/>
              <a:gd name="T9" fmla="*/ 253 h 345"/>
              <a:gd name="T10" fmla="*/ 52 w 422"/>
              <a:gd name="T11" fmla="*/ 223 h 345"/>
              <a:gd name="T12" fmla="*/ 66 w 422"/>
              <a:gd name="T13" fmla="*/ 211 h 345"/>
              <a:gd name="T14" fmla="*/ 86 w 422"/>
              <a:gd name="T15" fmla="*/ 209 h 345"/>
              <a:gd name="T16" fmla="*/ 46 w 422"/>
              <a:gd name="T17" fmla="*/ 189 h 345"/>
              <a:gd name="T18" fmla="*/ 26 w 422"/>
              <a:gd name="T19" fmla="*/ 164 h 345"/>
              <a:gd name="T20" fmla="*/ 16 w 422"/>
              <a:gd name="T21" fmla="*/ 122 h 345"/>
              <a:gd name="T22" fmla="*/ 44 w 422"/>
              <a:gd name="T23" fmla="*/ 132 h 345"/>
              <a:gd name="T24" fmla="*/ 42 w 422"/>
              <a:gd name="T25" fmla="*/ 122 h 345"/>
              <a:gd name="T26" fmla="*/ 20 w 422"/>
              <a:gd name="T27" fmla="*/ 80 h 345"/>
              <a:gd name="T28" fmla="*/ 18 w 422"/>
              <a:gd name="T29" fmla="*/ 48 h 345"/>
              <a:gd name="T30" fmla="*/ 28 w 422"/>
              <a:gd name="T31" fmla="*/ 16 h 345"/>
              <a:gd name="T32" fmla="*/ 86 w 422"/>
              <a:gd name="T33" fmla="*/ 68 h 345"/>
              <a:gd name="T34" fmla="*/ 156 w 422"/>
              <a:gd name="T35" fmla="*/ 98 h 345"/>
              <a:gd name="T36" fmla="*/ 208 w 422"/>
              <a:gd name="T37" fmla="*/ 108 h 345"/>
              <a:gd name="T38" fmla="*/ 206 w 422"/>
              <a:gd name="T39" fmla="*/ 78 h 345"/>
              <a:gd name="T40" fmla="*/ 220 w 422"/>
              <a:gd name="T41" fmla="*/ 40 h 345"/>
              <a:gd name="T42" fmla="*/ 236 w 422"/>
              <a:gd name="T43" fmla="*/ 20 h 345"/>
              <a:gd name="T44" fmla="*/ 268 w 422"/>
              <a:gd name="T45" fmla="*/ 4 h 345"/>
              <a:gd name="T46" fmla="*/ 304 w 422"/>
              <a:gd name="T47" fmla="*/ 2 h 345"/>
              <a:gd name="T48" fmla="*/ 330 w 422"/>
              <a:gd name="T49" fmla="*/ 10 h 345"/>
              <a:gd name="T50" fmla="*/ 352 w 422"/>
              <a:gd name="T51" fmla="*/ 26 h 345"/>
              <a:gd name="T52" fmla="*/ 360 w 422"/>
              <a:gd name="T53" fmla="*/ 28 h 345"/>
              <a:gd name="T54" fmla="*/ 406 w 422"/>
              <a:gd name="T55" fmla="*/ 10 h 345"/>
              <a:gd name="T56" fmla="*/ 404 w 422"/>
              <a:gd name="T57" fmla="*/ 22 h 345"/>
              <a:gd name="T58" fmla="*/ 386 w 422"/>
              <a:gd name="T59" fmla="*/ 46 h 345"/>
              <a:gd name="T60" fmla="*/ 398 w 422"/>
              <a:gd name="T61" fmla="*/ 50 h 345"/>
              <a:gd name="T62" fmla="*/ 422 w 422"/>
              <a:gd name="T63" fmla="*/ 44 h 345"/>
              <a:gd name="T64" fmla="*/ 400 w 422"/>
              <a:gd name="T65" fmla="*/ 68 h 345"/>
              <a:gd name="T66" fmla="*/ 380 w 422"/>
              <a:gd name="T67" fmla="*/ 90 h 345"/>
              <a:gd name="T68" fmla="*/ 372 w 422"/>
              <a:gd name="T69" fmla="*/ 154 h 345"/>
              <a:gd name="T70" fmla="*/ 350 w 422"/>
              <a:gd name="T71" fmla="*/ 215 h 345"/>
              <a:gd name="T72" fmla="*/ 314 w 422"/>
              <a:gd name="T73" fmla="*/ 267 h 345"/>
              <a:gd name="T74" fmla="*/ 268 w 422"/>
              <a:gd name="T75" fmla="*/ 307 h 345"/>
              <a:gd name="T76" fmla="*/ 232 w 422"/>
              <a:gd name="T77" fmla="*/ 327 h 345"/>
              <a:gd name="T78" fmla="*/ 150 w 422"/>
              <a:gd name="T79" fmla="*/ 345 h 345"/>
              <a:gd name="T80" fmla="*/ 98 w 422"/>
              <a:gd name="T81" fmla="*/ 343 h 345"/>
              <a:gd name="T82" fmla="*/ 30 w 422"/>
              <a:gd name="T83" fmla="*/ 323 h 345"/>
              <a:gd name="T84" fmla="*/ 0 w 422"/>
              <a:gd name="T85" fmla="*/ 309 h 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422" h="345">
                <a:moveTo>
                  <a:pt x="0" y="307"/>
                </a:moveTo>
                <a:lnTo>
                  <a:pt x="0" y="307"/>
                </a:lnTo>
                <a:lnTo>
                  <a:pt x="18" y="307"/>
                </a:lnTo>
                <a:lnTo>
                  <a:pt x="34" y="307"/>
                </a:lnTo>
                <a:lnTo>
                  <a:pt x="52" y="305"/>
                </a:lnTo>
                <a:lnTo>
                  <a:pt x="68" y="301"/>
                </a:lnTo>
                <a:lnTo>
                  <a:pt x="82" y="297"/>
                </a:lnTo>
                <a:lnTo>
                  <a:pt x="98" y="289"/>
                </a:lnTo>
                <a:lnTo>
                  <a:pt x="112" y="281"/>
                </a:lnTo>
                <a:lnTo>
                  <a:pt x="128" y="271"/>
                </a:lnTo>
                <a:lnTo>
                  <a:pt x="128" y="271"/>
                </a:lnTo>
                <a:lnTo>
                  <a:pt x="112" y="269"/>
                </a:lnTo>
                <a:lnTo>
                  <a:pt x="100" y="265"/>
                </a:lnTo>
                <a:lnTo>
                  <a:pt x="88" y="261"/>
                </a:lnTo>
                <a:lnTo>
                  <a:pt x="78" y="253"/>
                </a:lnTo>
                <a:lnTo>
                  <a:pt x="68" y="245"/>
                </a:lnTo>
                <a:lnTo>
                  <a:pt x="60" y="235"/>
                </a:lnTo>
                <a:lnTo>
                  <a:pt x="52" y="223"/>
                </a:lnTo>
                <a:lnTo>
                  <a:pt x="46" y="211"/>
                </a:lnTo>
                <a:lnTo>
                  <a:pt x="46" y="211"/>
                </a:lnTo>
                <a:lnTo>
                  <a:pt x="66" y="211"/>
                </a:lnTo>
                <a:lnTo>
                  <a:pt x="76" y="211"/>
                </a:lnTo>
                <a:lnTo>
                  <a:pt x="86" y="209"/>
                </a:lnTo>
                <a:lnTo>
                  <a:pt x="86" y="209"/>
                </a:lnTo>
                <a:lnTo>
                  <a:pt x="70" y="205"/>
                </a:lnTo>
                <a:lnTo>
                  <a:pt x="58" y="197"/>
                </a:lnTo>
                <a:lnTo>
                  <a:pt x="46" y="189"/>
                </a:lnTo>
                <a:lnTo>
                  <a:pt x="36" y="178"/>
                </a:lnTo>
                <a:lnTo>
                  <a:pt x="36" y="178"/>
                </a:lnTo>
                <a:lnTo>
                  <a:pt x="26" y="164"/>
                </a:lnTo>
                <a:lnTo>
                  <a:pt x="20" y="152"/>
                </a:lnTo>
                <a:lnTo>
                  <a:pt x="18" y="138"/>
                </a:lnTo>
                <a:lnTo>
                  <a:pt x="16" y="122"/>
                </a:lnTo>
                <a:lnTo>
                  <a:pt x="16" y="122"/>
                </a:lnTo>
                <a:lnTo>
                  <a:pt x="34" y="130"/>
                </a:lnTo>
                <a:lnTo>
                  <a:pt x="44" y="132"/>
                </a:lnTo>
                <a:lnTo>
                  <a:pt x="56" y="132"/>
                </a:lnTo>
                <a:lnTo>
                  <a:pt x="56" y="132"/>
                </a:lnTo>
                <a:lnTo>
                  <a:pt x="42" y="122"/>
                </a:lnTo>
                <a:lnTo>
                  <a:pt x="32" y="110"/>
                </a:lnTo>
                <a:lnTo>
                  <a:pt x="24" y="96"/>
                </a:lnTo>
                <a:lnTo>
                  <a:pt x="20" y="80"/>
                </a:lnTo>
                <a:lnTo>
                  <a:pt x="20" y="80"/>
                </a:lnTo>
                <a:lnTo>
                  <a:pt x="16" y="64"/>
                </a:lnTo>
                <a:lnTo>
                  <a:pt x="18" y="48"/>
                </a:lnTo>
                <a:lnTo>
                  <a:pt x="22" y="32"/>
                </a:lnTo>
                <a:lnTo>
                  <a:pt x="28" y="16"/>
                </a:lnTo>
                <a:lnTo>
                  <a:pt x="28" y="16"/>
                </a:lnTo>
                <a:lnTo>
                  <a:pt x="46" y="36"/>
                </a:lnTo>
                <a:lnTo>
                  <a:pt x="66" y="54"/>
                </a:lnTo>
                <a:lnTo>
                  <a:pt x="86" y="68"/>
                </a:lnTo>
                <a:lnTo>
                  <a:pt x="108" y="82"/>
                </a:lnTo>
                <a:lnTo>
                  <a:pt x="132" y="92"/>
                </a:lnTo>
                <a:lnTo>
                  <a:pt x="156" y="98"/>
                </a:lnTo>
                <a:lnTo>
                  <a:pt x="180" y="104"/>
                </a:lnTo>
                <a:lnTo>
                  <a:pt x="208" y="108"/>
                </a:lnTo>
                <a:lnTo>
                  <a:pt x="208" y="108"/>
                </a:lnTo>
                <a:lnTo>
                  <a:pt x="206" y="92"/>
                </a:lnTo>
                <a:lnTo>
                  <a:pt x="206" y="92"/>
                </a:lnTo>
                <a:lnTo>
                  <a:pt x="206" y="78"/>
                </a:lnTo>
                <a:lnTo>
                  <a:pt x="208" y="64"/>
                </a:lnTo>
                <a:lnTo>
                  <a:pt x="214" y="52"/>
                </a:lnTo>
                <a:lnTo>
                  <a:pt x="220" y="40"/>
                </a:lnTo>
                <a:lnTo>
                  <a:pt x="220" y="40"/>
                </a:lnTo>
                <a:lnTo>
                  <a:pt x="228" y="30"/>
                </a:lnTo>
                <a:lnTo>
                  <a:pt x="236" y="20"/>
                </a:lnTo>
                <a:lnTo>
                  <a:pt x="246" y="14"/>
                </a:lnTo>
                <a:lnTo>
                  <a:pt x="256" y="8"/>
                </a:lnTo>
                <a:lnTo>
                  <a:pt x="268" y="4"/>
                </a:lnTo>
                <a:lnTo>
                  <a:pt x="278" y="2"/>
                </a:lnTo>
                <a:lnTo>
                  <a:pt x="290" y="0"/>
                </a:lnTo>
                <a:lnTo>
                  <a:pt x="304" y="2"/>
                </a:lnTo>
                <a:lnTo>
                  <a:pt x="304" y="2"/>
                </a:lnTo>
                <a:lnTo>
                  <a:pt x="318" y="4"/>
                </a:lnTo>
                <a:lnTo>
                  <a:pt x="330" y="10"/>
                </a:lnTo>
                <a:lnTo>
                  <a:pt x="342" y="16"/>
                </a:lnTo>
                <a:lnTo>
                  <a:pt x="352" y="26"/>
                </a:lnTo>
                <a:lnTo>
                  <a:pt x="352" y="26"/>
                </a:lnTo>
                <a:lnTo>
                  <a:pt x="356" y="28"/>
                </a:lnTo>
                <a:lnTo>
                  <a:pt x="360" y="28"/>
                </a:lnTo>
                <a:lnTo>
                  <a:pt x="360" y="28"/>
                </a:lnTo>
                <a:lnTo>
                  <a:pt x="384" y="20"/>
                </a:lnTo>
                <a:lnTo>
                  <a:pt x="406" y="10"/>
                </a:lnTo>
                <a:lnTo>
                  <a:pt x="406" y="10"/>
                </a:lnTo>
                <a:lnTo>
                  <a:pt x="410" y="8"/>
                </a:lnTo>
                <a:lnTo>
                  <a:pt x="410" y="8"/>
                </a:lnTo>
                <a:lnTo>
                  <a:pt x="404" y="22"/>
                </a:lnTo>
                <a:lnTo>
                  <a:pt x="396" y="34"/>
                </a:lnTo>
                <a:lnTo>
                  <a:pt x="396" y="34"/>
                </a:lnTo>
                <a:lnTo>
                  <a:pt x="386" y="46"/>
                </a:lnTo>
                <a:lnTo>
                  <a:pt x="374" y="54"/>
                </a:lnTo>
                <a:lnTo>
                  <a:pt x="374" y="54"/>
                </a:lnTo>
                <a:lnTo>
                  <a:pt x="398" y="50"/>
                </a:lnTo>
                <a:lnTo>
                  <a:pt x="422" y="42"/>
                </a:lnTo>
                <a:lnTo>
                  <a:pt x="422" y="42"/>
                </a:lnTo>
                <a:lnTo>
                  <a:pt x="422" y="44"/>
                </a:lnTo>
                <a:lnTo>
                  <a:pt x="422" y="44"/>
                </a:lnTo>
                <a:lnTo>
                  <a:pt x="400" y="68"/>
                </a:lnTo>
                <a:lnTo>
                  <a:pt x="400" y="68"/>
                </a:lnTo>
                <a:lnTo>
                  <a:pt x="382" y="84"/>
                </a:lnTo>
                <a:lnTo>
                  <a:pt x="382" y="84"/>
                </a:lnTo>
                <a:lnTo>
                  <a:pt x="380" y="90"/>
                </a:lnTo>
                <a:lnTo>
                  <a:pt x="380" y="90"/>
                </a:lnTo>
                <a:lnTo>
                  <a:pt x="378" y="122"/>
                </a:lnTo>
                <a:lnTo>
                  <a:pt x="372" y="154"/>
                </a:lnTo>
                <a:lnTo>
                  <a:pt x="364" y="185"/>
                </a:lnTo>
                <a:lnTo>
                  <a:pt x="350" y="215"/>
                </a:lnTo>
                <a:lnTo>
                  <a:pt x="350" y="215"/>
                </a:lnTo>
                <a:lnTo>
                  <a:pt x="340" y="233"/>
                </a:lnTo>
                <a:lnTo>
                  <a:pt x="328" y="251"/>
                </a:lnTo>
                <a:lnTo>
                  <a:pt x="314" y="267"/>
                </a:lnTo>
                <a:lnTo>
                  <a:pt x="300" y="281"/>
                </a:lnTo>
                <a:lnTo>
                  <a:pt x="286" y="295"/>
                </a:lnTo>
                <a:lnTo>
                  <a:pt x="268" y="307"/>
                </a:lnTo>
                <a:lnTo>
                  <a:pt x="252" y="317"/>
                </a:lnTo>
                <a:lnTo>
                  <a:pt x="232" y="327"/>
                </a:lnTo>
                <a:lnTo>
                  <a:pt x="232" y="327"/>
                </a:lnTo>
                <a:lnTo>
                  <a:pt x="206" y="335"/>
                </a:lnTo>
                <a:lnTo>
                  <a:pt x="178" y="343"/>
                </a:lnTo>
                <a:lnTo>
                  <a:pt x="150" y="345"/>
                </a:lnTo>
                <a:lnTo>
                  <a:pt x="122" y="345"/>
                </a:lnTo>
                <a:lnTo>
                  <a:pt x="122" y="345"/>
                </a:lnTo>
                <a:lnTo>
                  <a:pt x="98" y="343"/>
                </a:lnTo>
                <a:lnTo>
                  <a:pt x="76" y="339"/>
                </a:lnTo>
                <a:lnTo>
                  <a:pt x="52" y="333"/>
                </a:lnTo>
                <a:lnTo>
                  <a:pt x="30" y="323"/>
                </a:lnTo>
                <a:lnTo>
                  <a:pt x="30" y="323"/>
                </a:lnTo>
                <a:lnTo>
                  <a:pt x="0" y="309"/>
                </a:lnTo>
                <a:lnTo>
                  <a:pt x="0" y="309"/>
                </a:lnTo>
                <a:lnTo>
                  <a:pt x="0" y="307"/>
                </a:lnTo>
                <a:lnTo>
                  <a:pt x="0" y="307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8D35CA1-BFD5-514C-A998-15F06B9B01D6}"/>
              </a:ext>
            </a:extLst>
          </p:cNvPr>
          <p:cNvGrpSpPr/>
          <p:nvPr/>
        </p:nvGrpSpPr>
        <p:grpSpPr>
          <a:xfrm>
            <a:off x="11633200" y="5334000"/>
            <a:ext cx="426580" cy="430518"/>
            <a:chOff x="2652713" y="4170363"/>
            <a:chExt cx="687388" cy="693738"/>
          </a:xfrm>
          <a:solidFill>
            <a:schemeClr val="bg1"/>
          </a:solidFill>
        </p:grpSpPr>
        <p:sp>
          <p:nvSpPr>
            <p:cNvPr id="21" name="Freeform 20">
              <a:hlinkClick r:id="rId4"/>
              <a:extLst>
                <a:ext uri="{FF2B5EF4-FFF2-40B4-BE49-F238E27FC236}">
                  <a16:creationId xmlns:a16="http://schemas.microsoft.com/office/drawing/2014/main" id="{97C8BE30-1D0D-E049-878C-209CDD556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713" y="4170363"/>
              <a:ext cx="687388" cy="693738"/>
            </a:xfrm>
            <a:custGeom>
              <a:avLst/>
              <a:gdLst>
                <a:gd name="T0" fmla="*/ 0 w 433"/>
                <a:gd name="T1" fmla="*/ 233 h 437"/>
                <a:gd name="T2" fmla="*/ 0 w 433"/>
                <a:gd name="T3" fmla="*/ 205 h 437"/>
                <a:gd name="T4" fmla="*/ 0 w 433"/>
                <a:gd name="T5" fmla="*/ 201 h 437"/>
                <a:gd name="T6" fmla="*/ 4 w 433"/>
                <a:gd name="T7" fmla="*/ 168 h 437"/>
                <a:gd name="T8" fmla="*/ 16 w 433"/>
                <a:gd name="T9" fmla="*/ 136 h 437"/>
                <a:gd name="T10" fmla="*/ 28 w 433"/>
                <a:gd name="T11" fmla="*/ 110 h 437"/>
                <a:gd name="T12" fmla="*/ 60 w 433"/>
                <a:gd name="T13" fmla="*/ 66 h 437"/>
                <a:gd name="T14" fmla="*/ 80 w 433"/>
                <a:gd name="T15" fmla="*/ 48 h 437"/>
                <a:gd name="T16" fmla="*/ 130 w 433"/>
                <a:gd name="T17" fmla="*/ 18 h 437"/>
                <a:gd name="T18" fmla="*/ 188 w 433"/>
                <a:gd name="T19" fmla="*/ 2 h 437"/>
                <a:gd name="T20" fmla="*/ 204 w 433"/>
                <a:gd name="T21" fmla="*/ 0 h 437"/>
                <a:gd name="T22" fmla="*/ 230 w 433"/>
                <a:gd name="T23" fmla="*/ 0 h 437"/>
                <a:gd name="T24" fmla="*/ 232 w 433"/>
                <a:gd name="T25" fmla="*/ 2 h 437"/>
                <a:gd name="T26" fmla="*/ 266 w 433"/>
                <a:gd name="T27" fmla="*/ 6 h 437"/>
                <a:gd name="T28" fmla="*/ 292 w 433"/>
                <a:gd name="T29" fmla="*/ 14 h 437"/>
                <a:gd name="T30" fmla="*/ 338 w 433"/>
                <a:gd name="T31" fmla="*/ 38 h 437"/>
                <a:gd name="T32" fmla="*/ 360 w 433"/>
                <a:gd name="T33" fmla="*/ 56 h 437"/>
                <a:gd name="T34" fmla="*/ 400 w 433"/>
                <a:gd name="T35" fmla="*/ 102 h 437"/>
                <a:gd name="T36" fmla="*/ 411 w 433"/>
                <a:gd name="T37" fmla="*/ 122 h 437"/>
                <a:gd name="T38" fmla="*/ 427 w 433"/>
                <a:gd name="T39" fmla="*/ 166 h 437"/>
                <a:gd name="T40" fmla="*/ 431 w 433"/>
                <a:gd name="T41" fmla="*/ 189 h 437"/>
                <a:gd name="T42" fmla="*/ 433 w 433"/>
                <a:gd name="T43" fmla="*/ 205 h 437"/>
                <a:gd name="T44" fmla="*/ 433 w 433"/>
                <a:gd name="T45" fmla="*/ 233 h 437"/>
                <a:gd name="T46" fmla="*/ 431 w 433"/>
                <a:gd name="T47" fmla="*/ 249 h 437"/>
                <a:gd name="T48" fmla="*/ 423 w 433"/>
                <a:gd name="T49" fmla="*/ 285 h 437"/>
                <a:gd name="T50" fmla="*/ 409 w 433"/>
                <a:gd name="T51" fmla="*/ 317 h 437"/>
                <a:gd name="T52" fmla="*/ 396 w 433"/>
                <a:gd name="T53" fmla="*/ 341 h 437"/>
                <a:gd name="T54" fmla="*/ 362 w 433"/>
                <a:gd name="T55" fmla="*/ 379 h 437"/>
                <a:gd name="T56" fmla="*/ 342 w 433"/>
                <a:gd name="T57" fmla="*/ 395 h 437"/>
                <a:gd name="T58" fmla="*/ 296 w 433"/>
                <a:gd name="T59" fmla="*/ 421 h 437"/>
                <a:gd name="T60" fmla="*/ 246 w 433"/>
                <a:gd name="T61" fmla="*/ 435 h 437"/>
                <a:gd name="T62" fmla="*/ 230 w 433"/>
                <a:gd name="T63" fmla="*/ 437 h 437"/>
                <a:gd name="T64" fmla="*/ 204 w 433"/>
                <a:gd name="T65" fmla="*/ 437 h 437"/>
                <a:gd name="T66" fmla="*/ 188 w 433"/>
                <a:gd name="T67" fmla="*/ 435 h 437"/>
                <a:gd name="T68" fmla="*/ 170 w 433"/>
                <a:gd name="T69" fmla="*/ 431 h 437"/>
                <a:gd name="T70" fmla="*/ 134 w 433"/>
                <a:gd name="T71" fmla="*/ 421 h 437"/>
                <a:gd name="T72" fmla="*/ 118 w 433"/>
                <a:gd name="T73" fmla="*/ 413 h 437"/>
                <a:gd name="T74" fmla="*/ 74 w 433"/>
                <a:gd name="T75" fmla="*/ 383 h 437"/>
                <a:gd name="T76" fmla="*/ 40 w 433"/>
                <a:gd name="T77" fmla="*/ 345 h 437"/>
                <a:gd name="T78" fmla="*/ 26 w 433"/>
                <a:gd name="T79" fmla="*/ 323 h 437"/>
                <a:gd name="T80" fmla="*/ 6 w 433"/>
                <a:gd name="T81" fmla="*/ 273 h 437"/>
                <a:gd name="T82" fmla="*/ 2 w 433"/>
                <a:gd name="T83" fmla="*/ 247 h 437"/>
                <a:gd name="T84" fmla="*/ 0 w 433"/>
                <a:gd name="T85" fmla="*/ 233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33" h="437">
                  <a:moveTo>
                    <a:pt x="0" y="233"/>
                  </a:moveTo>
                  <a:lnTo>
                    <a:pt x="0" y="233"/>
                  </a:lnTo>
                  <a:lnTo>
                    <a:pt x="0" y="205"/>
                  </a:lnTo>
                  <a:lnTo>
                    <a:pt x="0" y="205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2" y="185"/>
                  </a:lnTo>
                  <a:lnTo>
                    <a:pt x="4" y="168"/>
                  </a:lnTo>
                  <a:lnTo>
                    <a:pt x="10" y="152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28" y="110"/>
                  </a:lnTo>
                  <a:lnTo>
                    <a:pt x="42" y="88"/>
                  </a:lnTo>
                  <a:lnTo>
                    <a:pt x="60" y="66"/>
                  </a:lnTo>
                  <a:lnTo>
                    <a:pt x="80" y="48"/>
                  </a:lnTo>
                  <a:lnTo>
                    <a:pt x="80" y="48"/>
                  </a:lnTo>
                  <a:lnTo>
                    <a:pt x="104" y="32"/>
                  </a:lnTo>
                  <a:lnTo>
                    <a:pt x="130" y="18"/>
                  </a:lnTo>
                  <a:lnTo>
                    <a:pt x="158" y="8"/>
                  </a:lnTo>
                  <a:lnTo>
                    <a:pt x="188" y="2"/>
                  </a:lnTo>
                  <a:lnTo>
                    <a:pt x="188" y="2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30" y="0"/>
                  </a:lnTo>
                  <a:lnTo>
                    <a:pt x="230" y="0"/>
                  </a:lnTo>
                  <a:lnTo>
                    <a:pt x="232" y="2"/>
                  </a:lnTo>
                  <a:lnTo>
                    <a:pt x="232" y="2"/>
                  </a:lnTo>
                  <a:lnTo>
                    <a:pt x="266" y="6"/>
                  </a:lnTo>
                  <a:lnTo>
                    <a:pt x="266" y="6"/>
                  </a:lnTo>
                  <a:lnTo>
                    <a:pt x="292" y="14"/>
                  </a:lnTo>
                  <a:lnTo>
                    <a:pt x="316" y="24"/>
                  </a:lnTo>
                  <a:lnTo>
                    <a:pt x="338" y="38"/>
                  </a:lnTo>
                  <a:lnTo>
                    <a:pt x="360" y="56"/>
                  </a:lnTo>
                  <a:lnTo>
                    <a:pt x="360" y="56"/>
                  </a:lnTo>
                  <a:lnTo>
                    <a:pt x="382" y="78"/>
                  </a:lnTo>
                  <a:lnTo>
                    <a:pt x="400" y="102"/>
                  </a:lnTo>
                  <a:lnTo>
                    <a:pt x="400" y="102"/>
                  </a:lnTo>
                  <a:lnTo>
                    <a:pt x="411" y="122"/>
                  </a:lnTo>
                  <a:lnTo>
                    <a:pt x="419" y="144"/>
                  </a:lnTo>
                  <a:lnTo>
                    <a:pt x="427" y="166"/>
                  </a:lnTo>
                  <a:lnTo>
                    <a:pt x="431" y="189"/>
                  </a:lnTo>
                  <a:lnTo>
                    <a:pt x="431" y="189"/>
                  </a:lnTo>
                  <a:lnTo>
                    <a:pt x="433" y="205"/>
                  </a:lnTo>
                  <a:lnTo>
                    <a:pt x="433" y="205"/>
                  </a:lnTo>
                  <a:lnTo>
                    <a:pt x="433" y="233"/>
                  </a:lnTo>
                  <a:lnTo>
                    <a:pt x="433" y="233"/>
                  </a:lnTo>
                  <a:lnTo>
                    <a:pt x="431" y="249"/>
                  </a:lnTo>
                  <a:lnTo>
                    <a:pt x="431" y="249"/>
                  </a:lnTo>
                  <a:lnTo>
                    <a:pt x="427" y="267"/>
                  </a:lnTo>
                  <a:lnTo>
                    <a:pt x="423" y="285"/>
                  </a:lnTo>
                  <a:lnTo>
                    <a:pt x="417" y="301"/>
                  </a:lnTo>
                  <a:lnTo>
                    <a:pt x="409" y="317"/>
                  </a:lnTo>
                  <a:lnTo>
                    <a:pt x="409" y="317"/>
                  </a:lnTo>
                  <a:lnTo>
                    <a:pt x="396" y="341"/>
                  </a:lnTo>
                  <a:lnTo>
                    <a:pt x="380" y="361"/>
                  </a:lnTo>
                  <a:lnTo>
                    <a:pt x="362" y="379"/>
                  </a:lnTo>
                  <a:lnTo>
                    <a:pt x="342" y="395"/>
                  </a:lnTo>
                  <a:lnTo>
                    <a:pt x="342" y="395"/>
                  </a:lnTo>
                  <a:lnTo>
                    <a:pt x="320" y="409"/>
                  </a:lnTo>
                  <a:lnTo>
                    <a:pt x="296" y="421"/>
                  </a:lnTo>
                  <a:lnTo>
                    <a:pt x="272" y="429"/>
                  </a:lnTo>
                  <a:lnTo>
                    <a:pt x="246" y="435"/>
                  </a:lnTo>
                  <a:lnTo>
                    <a:pt x="246" y="435"/>
                  </a:lnTo>
                  <a:lnTo>
                    <a:pt x="230" y="437"/>
                  </a:lnTo>
                  <a:lnTo>
                    <a:pt x="230" y="437"/>
                  </a:lnTo>
                  <a:lnTo>
                    <a:pt x="204" y="437"/>
                  </a:lnTo>
                  <a:lnTo>
                    <a:pt x="204" y="437"/>
                  </a:lnTo>
                  <a:lnTo>
                    <a:pt x="188" y="435"/>
                  </a:lnTo>
                  <a:lnTo>
                    <a:pt x="188" y="435"/>
                  </a:lnTo>
                  <a:lnTo>
                    <a:pt x="170" y="431"/>
                  </a:lnTo>
                  <a:lnTo>
                    <a:pt x="152" y="427"/>
                  </a:lnTo>
                  <a:lnTo>
                    <a:pt x="134" y="421"/>
                  </a:lnTo>
                  <a:lnTo>
                    <a:pt x="118" y="413"/>
                  </a:lnTo>
                  <a:lnTo>
                    <a:pt x="118" y="413"/>
                  </a:lnTo>
                  <a:lnTo>
                    <a:pt x="96" y="399"/>
                  </a:lnTo>
                  <a:lnTo>
                    <a:pt x="74" y="383"/>
                  </a:lnTo>
                  <a:lnTo>
                    <a:pt x="56" y="365"/>
                  </a:lnTo>
                  <a:lnTo>
                    <a:pt x="40" y="345"/>
                  </a:lnTo>
                  <a:lnTo>
                    <a:pt x="40" y="345"/>
                  </a:lnTo>
                  <a:lnTo>
                    <a:pt x="26" y="323"/>
                  </a:lnTo>
                  <a:lnTo>
                    <a:pt x="14" y="299"/>
                  </a:lnTo>
                  <a:lnTo>
                    <a:pt x="6" y="273"/>
                  </a:lnTo>
                  <a:lnTo>
                    <a:pt x="2" y="247"/>
                  </a:lnTo>
                  <a:lnTo>
                    <a:pt x="2" y="247"/>
                  </a:lnTo>
                  <a:lnTo>
                    <a:pt x="0" y="233"/>
                  </a:lnTo>
                  <a:lnTo>
                    <a:pt x="0" y="233"/>
                  </a:lnTo>
                  <a:close/>
                </a:path>
              </a:pathLst>
            </a:custGeom>
            <a:solidFill>
              <a:srgbClr val="F68B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04CA68-505B-B841-B635-E099C2555A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588" y="4389438"/>
              <a:ext cx="190500" cy="252413"/>
            </a:xfrm>
            <a:custGeom>
              <a:avLst/>
              <a:gdLst>
                <a:gd name="T0" fmla="*/ 0 w 120"/>
                <a:gd name="T1" fmla="*/ 159 h 159"/>
                <a:gd name="T2" fmla="*/ 0 w 120"/>
                <a:gd name="T3" fmla="*/ 159 h 159"/>
                <a:gd name="T4" fmla="*/ 0 w 120"/>
                <a:gd name="T5" fmla="*/ 0 h 159"/>
                <a:gd name="T6" fmla="*/ 0 w 120"/>
                <a:gd name="T7" fmla="*/ 0 h 159"/>
                <a:gd name="T8" fmla="*/ 120 w 120"/>
                <a:gd name="T9" fmla="*/ 81 h 159"/>
                <a:gd name="T10" fmla="*/ 120 w 120"/>
                <a:gd name="T11" fmla="*/ 81 h 159"/>
                <a:gd name="T12" fmla="*/ 0 w 120"/>
                <a:gd name="T13" fmla="*/ 159 h 159"/>
                <a:gd name="T14" fmla="*/ 0 w 120"/>
                <a:gd name="T1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59">
                  <a:moveTo>
                    <a:pt x="0" y="159"/>
                  </a:move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0" y="81"/>
                  </a:lnTo>
                  <a:lnTo>
                    <a:pt x="120" y="81"/>
                  </a:lnTo>
                  <a:lnTo>
                    <a:pt x="0" y="159"/>
                  </a:lnTo>
                  <a:lnTo>
                    <a:pt x="0" y="1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3" name="Freeform 22">
            <a:extLst>
              <a:ext uri="{FF2B5EF4-FFF2-40B4-BE49-F238E27FC236}">
                <a16:creationId xmlns:a16="http://schemas.microsoft.com/office/drawing/2014/main" id="{1F5D913F-4D91-1944-B453-1D4E6E99D1EC}"/>
              </a:ext>
            </a:extLst>
          </p:cNvPr>
          <p:cNvSpPr>
            <a:spLocks/>
          </p:cNvSpPr>
          <p:nvPr/>
        </p:nvSpPr>
        <p:spPr bwMode="auto">
          <a:xfrm>
            <a:off x="9922423" y="5424742"/>
            <a:ext cx="286764" cy="289860"/>
          </a:xfrm>
          <a:custGeom>
            <a:avLst/>
            <a:gdLst>
              <a:gd name="T0" fmla="*/ 0 w 278"/>
              <a:gd name="T1" fmla="*/ 281 h 281"/>
              <a:gd name="T2" fmla="*/ 0 w 278"/>
              <a:gd name="T3" fmla="*/ 8 h 281"/>
              <a:gd name="T4" fmla="*/ 4 w 278"/>
              <a:gd name="T5" fmla="*/ 6 h 281"/>
              <a:gd name="T6" fmla="*/ 88 w 278"/>
              <a:gd name="T7" fmla="*/ 6 h 281"/>
              <a:gd name="T8" fmla="*/ 92 w 278"/>
              <a:gd name="T9" fmla="*/ 12 h 281"/>
              <a:gd name="T10" fmla="*/ 92 w 278"/>
              <a:gd name="T11" fmla="*/ 46 h 281"/>
              <a:gd name="T12" fmla="*/ 100 w 278"/>
              <a:gd name="T13" fmla="*/ 34 h 281"/>
              <a:gd name="T14" fmla="*/ 112 w 278"/>
              <a:gd name="T15" fmla="*/ 20 h 281"/>
              <a:gd name="T16" fmla="*/ 142 w 278"/>
              <a:gd name="T17" fmla="*/ 4 h 281"/>
              <a:gd name="T18" fmla="*/ 160 w 278"/>
              <a:gd name="T19" fmla="*/ 2 h 281"/>
              <a:gd name="T20" fmla="*/ 192 w 278"/>
              <a:gd name="T21" fmla="*/ 2 h 281"/>
              <a:gd name="T22" fmla="*/ 222 w 278"/>
              <a:gd name="T23" fmla="*/ 12 h 281"/>
              <a:gd name="T24" fmla="*/ 234 w 278"/>
              <a:gd name="T25" fmla="*/ 18 h 281"/>
              <a:gd name="T26" fmla="*/ 254 w 278"/>
              <a:gd name="T27" fmla="*/ 38 h 281"/>
              <a:gd name="T28" fmla="*/ 262 w 278"/>
              <a:gd name="T29" fmla="*/ 50 h 281"/>
              <a:gd name="T30" fmla="*/ 274 w 278"/>
              <a:gd name="T31" fmla="*/ 84 h 281"/>
              <a:gd name="T32" fmla="*/ 278 w 278"/>
              <a:gd name="T33" fmla="*/ 123 h 281"/>
              <a:gd name="T34" fmla="*/ 278 w 278"/>
              <a:gd name="T35" fmla="*/ 279 h 281"/>
              <a:gd name="T36" fmla="*/ 278 w 278"/>
              <a:gd name="T37" fmla="*/ 281 h 281"/>
              <a:gd name="T38" fmla="*/ 186 w 278"/>
              <a:gd name="T39" fmla="*/ 281 h 281"/>
              <a:gd name="T40" fmla="*/ 186 w 278"/>
              <a:gd name="T41" fmla="*/ 277 h 281"/>
              <a:gd name="T42" fmla="*/ 186 w 278"/>
              <a:gd name="T43" fmla="*/ 137 h 281"/>
              <a:gd name="T44" fmla="*/ 186 w 278"/>
              <a:gd name="T45" fmla="*/ 119 h 281"/>
              <a:gd name="T46" fmla="*/ 182 w 278"/>
              <a:gd name="T47" fmla="*/ 101 h 281"/>
              <a:gd name="T48" fmla="*/ 164 w 278"/>
              <a:gd name="T49" fmla="*/ 78 h 281"/>
              <a:gd name="T50" fmla="*/ 138 w 278"/>
              <a:gd name="T51" fmla="*/ 72 h 281"/>
              <a:gd name="T52" fmla="*/ 122 w 278"/>
              <a:gd name="T53" fmla="*/ 76 h 281"/>
              <a:gd name="T54" fmla="*/ 100 w 278"/>
              <a:gd name="T55" fmla="*/ 94 h 281"/>
              <a:gd name="T56" fmla="*/ 94 w 278"/>
              <a:gd name="T57" fmla="*/ 109 h 281"/>
              <a:gd name="T58" fmla="*/ 92 w 278"/>
              <a:gd name="T59" fmla="*/ 131 h 281"/>
              <a:gd name="T60" fmla="*/ 92 w 278"/>
              <a:gd name="T61" fmla="*/ 277 h 281"/>
              <a:gd name="T62" fmla="*/ 90 w 278"/>
              <a:gd name="T63" fmla="*/ 281 h 281"/>
              <a:gd name="T64" fmla="*/ 88 w 278"/>
              <a:gd name="T65" fmla="*/ 281 h 281"/>
              <a:gd name="T66" fmla="*/ 6 w 278"/>
              <a:gd name="T67" fmla="*/ 281 h 281"/>
              <a:gd name="T68" fmla="*/ 0 w 278"/>
              <a:gd name="T69" fmla="*/ 281 h 2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78" h="281">
                <a:moveTo>
                  <a:pt x="0" y="281"/>
                </a:moveTo>
                <a:lnTo>
                  <a:pt x="0" y="281"/>
                </a:lnTo>
                <a:lnTo>
                  <a:pt x="0" y="8"/>
                </a:lnTo>
                <a:lnTo>
                  <a:pt x="0" y="8"/>
                </a:lnTo>
                <a:lnTo>
                  <a:pt x="4" y="6"/>
                </a:lnTo>
                <a:lnTo>
                  <a:pt x="4" y="6"/>
                </a:lnTo>
                <a:lnTo>
                  <a:pt x="88" y="6"/>
                </a:lnTo>
                <a:lnTo>
                  <a:pt x="88" y="6"/>
                </a:lnTo>
                <a:lnTo>
                  <a:pt x="90" y="8"/>
                </a:lnTo>
                <a:lnTo>
                  <a:pt x="92" y="12"/>
                </a:lnTo>
                <a:lnTo>
                  <a:pt x="92" y="12"/>
                </a:lnTo>
                <a:lnTo>
                  <a:pt x="92" y="46"/>
                </a:lnTo>
                <a:lnTo>
                  <a:pt x="92" y="46"/>
                </a:lnTo>
                <a:lnTo>
                  <a:pt x="100" y="34"/>
                </a:lnTo>
                <a:lnTo>
                  <a:pt x="100" y="34"/>
                </a:lnTo>
                <a:lnTo>
                  <a:pt x="112" y="20"/>
                </a:lnTo>
                <a:lnTo>
                  <a:pt x="126" y="12"/>
                </a:lnTo>
                <a:lnTo>
                  <a:pt x="142" y="4"/>
                </a:lnTo>
                <a:lnTo>
                  <a:pt x="160" y="2"/>
                </a:lnTo>
                <a:lnTo>
                  <a:pt x="160" y="2"/>
                </a:lnTo>
                <a:lnTo>
                  <a:pt x="176" y="0"/>
                </a:lnTo>
                <a:lnTo>
                  <a:pt x="192" y="2"/>
                </a:lnTo>
                <a:lnTo>
                  <a:pt x="206" y="6"/>
                </a:lnTo>
                <a:lnTo>
                  <a:pt x="222" y="12"/>
                </a:lnTo>
                <a:lnTo>
                  <a:pt x="222" y="12"/>
                </a:lnTo>
                <a:lnTo>
                  <a:pt x="234" y="18"/>
                </a:lnTo>
                <a:lnTo>
                  <a:pt x="244" y="28"/>
                </a:lnTo>
                <a:lnTo>
                  <a:pt x="254" y="38"/>
                </a:lnTo>
                <a:lnTo>
                  <a:pt x="262" y="50"/>
                </a:lnTo>
                <a:lnTo>
                  <a:pt x="262" y="50"/>
                </a:lnTo>
                <a:lnTo>
                  <a:pt x="270" y="66"/>
                </a:lnTo>
                <a:lnTo>
                  <a:pt x="274" y="84"/>
                </a:lnTo>
                <a:lnTo>
                  <a:pt x="276" y="105"/>
                </a:lnTo>
                <a:lnTo>
                  <a:pt x="278" y="123"/>
                </a:lnTo>
                <a:lnTo>
                  <a:pt x="278" y="123"/>
                </a:lnTo>
                <a:lnTo>
                  <a:pt x="278" y="279"/>
                </a:lnTo>
                <a:lnTo>
                  <a:pt x="278" y="279"/>
                </a:lnTo>
                <a:lnTo>
                  <a:pt x="278" y="281"/>
                </a:lnTo>
                <a:lnTo>
                  <a:pt x="278" y="281"/>
                </a:lnTo>
                <a:lnTo>
                  <a:pt x="186" y="281"/>
                </a:lnTo>
                <a:lnTo>
                  <a:pt x="186" y="281"/>
                </a:lnTo>
                <a:lnTo>
                  <a:pt x="186" y="277"/>
                </a:lnTo>
                <a:lnTo>
                  <a:pt x="186" y="277"/>
                </a:lnTo>
                <a:lnTo>
                  <a:pt x="186" y="137"/>
                </a:lnTo>
                <a:lnTo>
                  <a:pt x="186" y="137"/>
                </a:lnTo>
                <a:lnTo>
                  <a:pt x="186" y="119"/>
                </a:lnTo>
                <a:lnTo>
                  <a:pt x="182" y="101"/>
                </a:lnTo>
                <a:lnTo>
                  <a:pt x="182" y="101"/>
                </a:lnTo>
                <a:lnTo>
                  <a:pt x="174" y="88"/>
                </a:lnTo>
                <a:lnTo>
                  <a:pt x="164" y="78"/>
                </a:lnTo>
                <a:lnTo>
                  <a:pt x="152" y="74"/>
                </a:lnTo>
                <a:lnTo>
                  <a:pt x="138" y="72"/>
                </a:lnTo>
                <a:lnTo>
                  <a:pt x="138" y="72"/>
                </a:lnTo>
                <a:lnTo>
                  <a:pt x="122" y="76"/>
                </a:lnTo>
                <a:lnTo>
                  <a:pt x="110" y="84"/>
                </a:lnTo>
                <a:lnTo>
                  <a:pt x="100" y="94"/>
                </a:lnTo>
                <a:lnTo>
                  <a:pt x="94" y="109"/>
                </a:lnTo>
                <a:lnTo>
                  <a:pt x="94" y="109"/>
                </a:lnTo>
                <a:lnTo>
                  <a:pt x="92" y="119"/>
                </a:lnTo>
                <a:lnTo>
                  <a:pt x="92" y="131"/>
                </a:lnTo>
                <a:lnTo>
                  <a:pt x="92" y="131"/>
                </a:lnTo>
                <a:lnTo>
                  <a:pt x="92" y="277"/>
                </a:lnTo>
                <a:lnTo>
                  <a:pt x="92" y="277"/>
                </a:lnTo>
                <a:lnTo>
                  <a:pt x="90" y="281"/>
                </a:lnTo>
                <a:lnTo>
                  <a:pt x="88" y="281"/>
                </a:lnTo>
                <a:lnTo>
                  <a:pt x="88" y="281"/>
                </a:lnTo>
                <a:lnTo>
                  <a:pt x="6" y="281"/>
                </a:lnTo>
                <a:lnTo>
                  <a:pt x="6" y="281"/>
                </a:lnTo>
                <a:lnTo>
                  <a:pt x="0" y="281"/>
                </a:lnTo>
                <a:lnTo>
                  <a:pt x="0" y="281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50F04CE4-2826-BB4D-87D9-BBEA7A7AA550}"/>
              </a:ext>
            </a:extLst>
          </p:cNvPr>
          <p:cNvSpPr>
            <a:spLocks/>
          </p:cNvSpPr>
          <p:nvPr/>
        </p:nvSpPr>
        <p:spPr bwMode="auto">
          <a:xfrm>
            <a:off x="9779040" y="5430932"/>
            <a:ext cx="91806" cy="283670"/>
          </a:xfrm>
          <a:custGeom>
            <a:avLst/>
            <a:gdLst>
              <a:gd name="T0" fmla="*/ 89 w 89"/>
              <a:gd name="T1" fmla="*/ 275 h 275"/>
              <a:gd name="T2" fmla="*/ 89 w 89"/>
              <a:gd name="T3" fmla="*/ 275 h 275"/>
              <a:gd name="T4" fmla="*/ 85 w 89"/>
              <a:gd name="T5" fmla="*/ 275 h 275"/>
              <a:gd name="T6" fmla="*/ 85 w 89"/>
              <a:gd name="T7" fmla="*/ 275 h 275"/>
              <a:gd name="T8" fmla="*/ 4 w 89"/>
              <a:gd name="T9" fmla="*/ 275 h 275"/>
              <a:gd name="T10" fmla="*/ 4 w 89"/>
              <a:gd name="T11" fmla="*/ 275 h 275"/>
              <a:gd name="T12" fmla="*/ 0 w 89"/>
              <a:gd name="T13" fmla="*/ 275 h 275"/>
              <a:gd name="T14" fmla="*/ 0 w 89"/>
              <a:gd name="T15" fmla="*/ 271 h 275"/>
              <a:gd name="T16" fmla="*/ 0 w 89"/>
              <a:gd name="T17" fmla="*/ 271 h 275"/>
              <a:gd name="T18" fmla="*/ 0 w 89"/>
              <a:gd name="T19" fmla="*/ 4 h 275"/>
              <a:gd name="T20" fmla="*/ 0 w 89"/>
              <a:gd name="T21" fmla="*/ 4 h 275"/>
              <a:gd name="T22" fmla="*/ 0 w 89"/>
              <a:gd name="T23" fmla="*/ 2 h 275"/>
              <a:gd name="T24" fmla="*/ 4 w 89"/>
              <a:gd name="T25" fmla="*/ 0 h 275"/>
              <a:gd name="T26" fmla="*/ 4 w 89"/>
              <a:gd name="T27" fmla="*/ 0 h 275"/>
              <a:gd name="T28" fmla="*/ 85 w 89"/>
              <a:gd name="T29" fmla="*/ 0 h 275"/>
              <a:gd name="T30" fmla="*/ 85 w 89"/>
              <a:gd name="T31" fmla="*/ 0 h 275"/>
              <a:gd name="T32" fmla="*/ 89 w 89"/>
              <a:gd name="T33" fmla="*/ 2 h 275"/>
              <a:gd name="T34" fmla="*/ 89 w 89"/>
              <a:gd name="T35" fmla="*/ 2 h 275"/>
              <a:gd name="T36" fmla="*/ 89 w 89"/>
              <a:gd name="T37" fmla="*/ 275 h 275"/>
              <a:gd name="T38" fmla="*/ 89 w 89"/>
              <a:gd name="T39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89" h="275">
                <a:moveTo>
                  <a:pt x="89" y="275"/>
                </a:moveTo>
                <a:lnTo>
                  <a:pt x="89" y="275"/>
                </a:lnTo>
                <a:lnTo>
                  <a:pt x="85" y="275"/>
                </a:lnTo>
                <a:lnTo>
                  <a:pt x="85" y="275"/>
                </a:lnTo>
                <a:lnTo>
                  <a:pt x="4" y="275"/>
                </a:lnTo>
                <a:lnTo>
                  <a:pt x="4" y="275"/>
                </a:lnTo>
                <a:lnTo>
                  <a:pt x="0" y="275"/>
                </a:lnTo>
                <a:lnTo>
                  <a:pt x="0" y="271"/>
                </a:lnTo>
                <a:lnTo>
                  <a:pt x="0" y="271"/>
                </a:lnTo>
                <a:lnTo>
                  <a:pt x="0" y="4"/>
                </a:lnTo>
                <a:lnTo>
                  <a:pt x="0" y="4"/>
                </a:lnTo>
                <a:lnTo>
                  <a:pt x="0" y="2"/>
                </a:lnTo>
                <a:lnTo>
                  <a:pt x="4" y="0"/>
                </a:lnTo>
                <a:lnTo>
                  <a:pt x="4" y="0"/>
                </a:lnTo>
                <a:lnTo>
                  <a:pt x="85" y="0"/>
                </a:lnTo>
                <a:lnTo>
                  <a:pt x="85" y="0"/>
                </a:lnTo>
                <a:lnTo>
                  <a:pt x="89" y="2"/>
                </a:lnTo>
                <a:lnTo>
                  <a:pt x="89" y="2"/>
                </a:lnTo>
                <a:lnTo>
                  <a:pt x="89" y="275"/>
                </a:lnTo>
                <a:lnTo>
                  <a:pt x="89" y="275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" name="Freeform 11">
            <a:extLst>
              <a:ext uri="{FF2B5EF4-FFF2-40B4-BE49-F238E27FC236}">
                <a16:creationId xmlns:a16="http://schemas.microsoft.com/office/drawing/2014/main" id="{933F3AB5-349B-A849-B832-EEBBBD99D70B}"/>
              </a:ext>
            </a:extLst>
          </p:cNvPr>
          <p:cNvSpPr>
            <a:spLocks/>
          </p:cNvSpPr>
          <p:nvPr/>
        </p:nvSpPr>
        <p:spPr bwMode="auto">
          <a:xfrm>
            <a:off x="9772851" y="5296833"/>
            <a:ext cx="104184" cy="96964"/>
          </a:xfrm>
          <a:custGeom>
            <a:avLst/>
            <a:gdLst>
              <a:gd name="T0" fmla="*/ 49 w 101"/>
              <a:gd name="T1" fmla="*/ 94 h 94"/>
              <a:gd name="T2" fmla="*/ 49 w 101"/>
              <a:gd name="T3" fmla="*/ 94 h 94"/>
              <a:gd name="T4" fmla="*/ 38 w 101"/>
              <a:gd name="T5" fmla="*/ 92 h 94"/>
              <a:gd name="T6" fmla="*/ 26 w 101"/>
              <a:gd name="T7" fmla="*/ 88 h 94"/>
              <a:gd name="T8" fmla="*/ 16 w 101"/>
              <a:gd name="T9" fmla="*/ 82 h 94"/>
              <a:gd name="T10" fmla="*/ 8 w 101"/>
              <a:gd name="T11" fmla="*/ 72 h 94"/>
              <a:gd name="T12" fmla="*/ 8 w 101"/>
              <a:gd name="T13" fmla="*/ 72 h 94"/>
              <a:gd name="T14" fmla="*/ 4 w 101"/>
              <a:gd name="T15" fmla="*/ 62 h 94"/>
              <a:gd name="T16" fmla="*/ 0 w 101"/>
              <a:gd name="T17" fmla="*/ 52 h 94"/>
              <a:gd name="T18" fmla="*/ 0 w 101"/>
              <a:gd name="T19" fmla="*/ 42 h 94"/>
              <a:gd name="T20" fmla="*/ 2 w 101"/>
              <a:gd name="T21" fmla="*/ 32 h 94"/>
              <a:gd name="T22" fmla="*/ 6 w 101"/>
              <a:gd name="T23" fmla="*/ 22 h 94"/>
              <a:gd name="T24" fmla="*/ 14 w 101"/>
              <a:gd name="T25" fmla="*/ 14 h 94"/>
              <a:gd name="T26" fmla="*/ 22 w 101"/>
              <a:gd name="T27" fmla="*/ 6 h 94"/>
              <a:gd name="T28" fmla="*/ 34 w 101"/>
              <a:gd name="T29" fmla="*/ 2 h 94"/>
              <a:gd name="T30" fmla="*/ 34 w 101"/>
              <a:gd name="T31" fmla="*/ 2 h 94"/>
              <a:gd name="T32" fmla="*/ 45 w 101"/>
              <a:gd name="T33" fmla="*/ 0 h 94"/>
              <a:gd name="T34" fmla="*/ 59 w 101"/>
              <a:gd name="T35" fmla="*/ 0 h 94"/>
              <a:gd name="T36" fmla="*/ 71 w 101"/>
              <a:gd name="T37" fmla="*/ 2 h 94"/>
              <a:gd name="T38" fmla="*/ 83 w 101"/>
              <a:gd name="T39" fmla="*/ 8 h 94"/>
              <a:gd name="T40" fmla="*/ 83 w 101"/>
              <a:gd name="T41" fmla="*/ 8 h 94"/>
              <a:gd name="T42" fmla="*/ 91 w 101"/>
              <a:gd name="T43" fmla="*/ 18 h 94"/>
              <a:gd name="T44" fmla="*/ 99 w 101"/>
              <a:gd name="T45" fmla="*/ 28 h 94"/>
              <a:gd name="T46" fmla="*/ 101 w 101"/>
              <a:gd name="T47" fmla="*/ 40 h 94"/>
              <a:gd name="T48" fmla="*/ 101 w 101"/>
              <a:gd name="T49" fmla="*/ 54 h 94"/>
              <a:gd name="T50" fmla="*/ 101 w 101"/>
              <a:gd name="T51" fmla="*/ 54 h 94"/>
              <a:gd name="T52" fmla="*/ 97 w 101"/>
              <a:gd name="T53" fmla="*/ 66 h 94"/>
              <a:gd name="T54" fmla="*/ 91 w 101"/>
              <a:gd name="T55" fmla="*/ 76 h 94"/>
              <a:gd name="T56" fmla="*/ 83 w 101"/>
              <a:gd name="T57" fmla="*/ 84 h 94"/>
              <a:gd name="T58" fmla="*/ 71 w 101"/>
              <a:gd name="T59" fmla="*/ 90 h 94"/>
              <a:gd name="T60" fmla="*/ 71 w 101"/>
              <a:gd name="T61" fmla="*/ 90 h 94"/>
              <a:gd name="T62" fmla="*/ 61 w 101"/>
              <a:gd name="T63" fmla="*/ 92 h 94"/>
              <a:gd name="T64" fmla="*/ 51 w 101"/>
              <a:gd name="T65" fmla="*/ 94 h 94"/>
              <a:gd name="T66" fmla="*/ 51 w 101"/>
              <a:gd name="T67" fmla="*/ 94 h 94"/>
              <a:gd name="T68" fmla="*/ 49 w 101"/>
              <a:gd name="T69" fmla="*/ 94 h 94"/>
              <a:gd name="T70" fmla="*/ 49 w 101"/>
              <a:gd name="T71" fmla="*/ 94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01" h="94">
                <a:moveTo>
                  <a:pt x="49" y="94"/>
                </a:moveTo>
                <a:lnTo>
                  <a:pt x="49" y="94"/>
                </a:lnTo>
                <a:lnTo>
                  <a:pt x="38" y="92"/>
                </a:lnTo>
                <a:lnTo>
                  <a:pt x="26" y="88"/>
                </a:lnTo>
                <a:lnTo>
                  <a:pt x="16" y="82"/>
                </a:lnTo>
                <a:lnTo>
                  <a:pt x="8" y="72"/>
                </a:lnTo>
                <a:lnTo>
                  <a:pt x="8" y="72"/>
                </a:lnTo>
                <a:lnTo>
                  <a:pt x="4" y="62"/>
                </a:lnTo>
                <a:lnTo>
                  <a:pt x="0" y="52"/>
                </a:lnTo>
                <a:lnTo>
                  <a:pt x="0" y="42"/>
                </a:lnTo>
                <a:lnTo>
                  <a:pt x="2" y="32"/>
                </a:lnTo>
                <a:lnTo>
                  <a:pt x="6" y="22"/>
                </a:lnTo>
                <a:lnTo>
                  <a:pt x="14" y="14"/>
                </a:lnTo>
                <a:lnTo>
                  <a:pt x="22" y="6"/>
                </a:lnTo>
                <a:lnTo>
                  <a:pt x="34" y="2"/>
                </a:lnTo>
                <a:lnTo>
                  <a:pt x="34" y="2"/>
                </a:lnTo>
                <a:lnTo>
                  <a:pt x="45" y="0"/>
                </a:lnTo>
                <a:lnTo>
                  <a:pt x="59" y="0"/>
                </a:lnTo>
                <a:lnTo>
                  <a:pt x="71" y="2"/>
                </a:lnTo>
                <a:lnTo>
                  <a:pt x="83" y="8"/>
                </a:lnTo>
                <a:lnTo>
                  <a:pt x="83" y="8"/>
                </a:lnTo>
                <a:lnTo>
                  <a:pt x="91" y="18"/>
                </a:lnTo>
                <a:lnTo>
                  <a:pt x="99" y="28"/>
                </a:lnTo>
                <a:lnTo>
                  <a:pt x="101" y="40"/>
                </a:lnTo>
                <a:lnTo>
                  <a:pt x="101" y="54"/>
                </a:lnTo>
                <a:lnTo>
                  <a:pt x="101" y="54"/>
                </a:lnTo>
                <a:lnTo>
                  <a:pt x="97" y="66"/>
                </a:lnTo>
                <a:lnTo>
                  <a:pt x="91" y="76"/>
                </a:lnTo>
                <a:lnTo>
                  <a:pt x="83" y="84"/>
                </a:lnTo>
                <a:lnTo>
                  <a:pt x="71" y="90"/>
                </a:lnTo>
                <a:lnTo>
                  <a:pt x="71" y="90"/>
                </a:lnTo>
                <a:lnTo>
                  <a:pt x="61" y="92"/>
                </a:lnTo>
                <a:lnTo>
                  <a:pt x="51" y="94"/>
                </a:lnTo>
                <a:lnTo>
                  <a:pt x="51" y="94"/>
                </a:lnTo>
                <a:lnTo>
                  <a:pt x="49" y="94"/>
                </a:lnTo>
                <a:lnTo>
                  <a:pt x="49" y="94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" name="Freeform 12">
            <a:hlinkClick r:id="rId5"/>
            <a:extLst>
              <a:ext uri="{FF2B5EF4-FFF2-40B4-BE49-F238E27FC236}">
                <a16:creationId xmlns:a16="http://schemas.microsoft.com/office/drawing/2014/main" id="{900D8FF4-A51F-D746-8D26-4A511EDE42C6}"/>
              </a:ext>
            </a:extLst>
          </p:cNvPr>
          <p:cNvSpPr>
            <a:spLocks/>
          </p:cNvSpPr>
          <p:nvPr/>
        </p:nvSpPr>
        <p:spPr bwMode="auto">
          <a:xfrm>
            <a:off x="10496531" y="5315119"/>
            <a:ext cx="202064" cy="440212"/>
          </a:xfrm>
          <a:custGeom>
            <a:avLst/>
            <a:gdLst>
              <a:gd name="T0" fmla="*/ 92 w 140"/>
              <a:gd name="T1" fmla="*/ 152 h 305"/>
              <a:gd name="T2" fmla="*/ 92 w 140"/>
              <a:gd name="T3" fmla="*/ 152 h 305"/>
              <a:gd name="T4" fmla="*/ 92 w 140"/>
              <a:gd name="T5" fmla="*/ 305 h 305"/>
              <a:gd name="T6" fmla="*/ 92 w 140"/>
              <a:gd name="T7" fmla="*/ 305 h 305"/>
              <a:gd name="T8" fmla="*/ 30 w 140"/>
              <a:gd name="T9" fmla="*/ 305 h 305"/>
              <a:gd name="T10" fmla="*/ 30 w 140"/>
              <a:gd name="T11" fmla="*/ 305 h 305"/>
              <a:gd name="T12" fmla="*/ 30 w 140"/>
              <a:gd name="T13" fmla="*/ 152 h 305"/>
              <a:gd name="T14" fmla="*/ 30 w 140"/>
              <a:gd name="T15" fmla="*/ 152 h 305"/>
              <a:gd name="T16" fmla="*/ 0 w 140"/>
              <a:gd name="T17" fmla="*/ 152 h 305"/>
              <a:gd name="T18" fmla="*/ 0 w 140"/>
              <a:gd name="T19" fmla="*/ 152 h 305"/>
              <a:gd name="T20" fmla="*/ 0 w 140"/>
              <a:gd name="T21" fmla="*/ 98 h 305"/>
              <a:gd name="T22" fmla="*/ 0 w 140"/>
              <a:gd name="T23" fmla="*/ 98 h 305"/>
              <a:gd name="T24" fmla="*/ 30 w 140"/>
              <a:gd name="T25" fmla="*/ 98 h 305"/>
              <a:gd name="T26" fmla="*/ 30 w 140"/>
              <a:gd name="T27" fmla="*/ 98 h 305"/>
              <a:gd name="T28" fmla="*/ 30 w 140"/>
              <a:gd name="T29" fmla="*/ 94 h 305"/>
              <a:gd name="T30" fmla="*/ 30 w 140"/>
              <a:gd name="T31" fmla="*/ 94 h 305"/>
              <a:gd name="T32" fmla="*/ 30 w 140"/>
              <a:gd name="T33" fmla="*/ 56 h 305"/>
              <a:gd name="T34" fmla="*/ 30 w 140"/>
              <a:gd name="T35" fmla="*/ 56 h 305"/>
              <a:gd name="T36" fmla="*/ 32 w 140"/>
              <a:gd name="T37" fmla="*/ 42 h 305"/>
              <a:gd name="T38" fmla="*/ 38 w 140"/>
              <a:gd name="T39" fmla="*/ 30 h 305"/>
              <a:gd name="T40" fmla="*/ 46 w 140"/>
              <a:gd name="T41" fmla="*/ 18 h 305"/>
              <a:gd name="T42" fmla="*/ 58 w 140"/>
              <a:gd name="T43" fmla="*/ 8 h 305"/>
              <a:gd name="T44" fmla="*/ 58 w 140"/>
              <a:gd name="T45" fmla="*/ 8 h 305"/>
              <a:gd name="T46" fmla="*/ 74 w 140"/>
              <a:gd name="T47" fmla="*/ 2 h 305"/>
              <a:gd name="T48" fmla="*/ 90 w 140"/>
              <a:gd name="T49" fmla="*/ 0 h 305"/>
              <a:gd name="T50" fmla="*/ 90 w 140"/>
              <a:gd name="T51" fmla="*/ 0 h 305"/>
              <a:gd name="T52" fmla="*/ 138 w 140"/>
              <a:gd name="T53" fmla="*/ 0 h 305"/>
              <a:gd name="T54" fmla="*/ 138 w 140"/>
              <a:gd name="T55" fmla="*/ 0 h 305"/>
              <a:gd name="T56" fmla="*/ 140 w 140"/>
              <a:gd name="T57" fmla="*/ 0 h 305"/>
              <a:gd name="T58" fmla="*/ 140 w 140"/>
              <a:gd name="T59" fmla="*/ 0 h 305"/>
              <a:gd name="T60" fmla="*/ 140 w 140"/>
              <a:gd name="T61" fmla="*/ 52 h 305"/>
              <a:gd name="T62" fmla="*/ 140 w 140"/>
              <a:gd name="T63" fmla="*/ 52 h 305"/>
              <a:gd name="T64" fmla="*/ 132 w 140"/>
              <a:gd name="T65" fmla="*/ 52 h 305"/>
              <a:gd name="T66" fmla="*/ 132 w 140"/>
              <a:gd name="T67" fmla="*/ 52 h 305"/>
              <a:gd name="T68" fmla="*/ 106 w 140"/>
              <a:gd name="T69" fmla="*/ 52 h 305"/>
              <a:gd name="T70" fmla="*/ 106 w 140"/>
              <a:gd name="T71" fmla="*/ 52 h 305"/>
              <a:gd name="T72" fmla="*/ 102 w 140"/>
              <a:gd name="T73" fmla="*/ 54 h 305"/>
              <a:gd name="T74" fmla="*/ 96 w 140"/>
              <a:gd name="T75" fmla="*/ 56 h 305"/>
              <a:gd name="T76" fmla="*/ 94 w 140"/>
              <a:gd name="T77" fmla="*/ 60 h 305"/>
              <a:gd name="T78" fmla="*/ 92 w 140"/>
              <a:gd name="T79" fmla="*/ 64 h 305"/>
              <a:gd name="T80" fmla="*/ 92 w 140"/>
              <a:gd name="T81" fmla="*/ 64 h 305"/>
              <a:gd name="T82" fmla="*/ 92 w 140"/>
              <a:gd name="T83" fmla="*/ 98 h 305"/>
              <a:gd name="T84" fmla="*/ 92 w 140"/>
              <a:gd name="T85" fmla="*/ 98 h 305"/>
              <a:gd name="T86" fmla="*/ 140 w 140"/>
              <a:gd name="T87" fmla="*/ 98 h 305"/>
              <a:gd name="T88" fmla="*/ 140 w 140"/>
              <a:gd name="T89" fmla="*/ 98 h 305"/>
              <a:gd name="T90" fmla="*/ 136 w 140"/>
              <a:gd name="T91" fmla="*/ 152 h 305"/>
              <a:gd name="T92" fmla="*/ 136 w 140"/>
              <a:gd name="T93" fmla="*/ 152 h 305"/>
              <a:gd name="T94" fmla="*/ 92 w 140"/>
              <a:gd name="T95" fmla="*/ 152 h 305"/>
              <a:gd name="T96" fmla="*/ 92 w 140"/>
              <a:gd name="T97" fmla="*/ 152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40" h="305">
                <a:moveTo>
                  <a:pt x="92" y="152"/>
                </a:moveTo>
                <a:lnTo>
                  <a:pt x="92" y="152"/>
                </a:lnTo>
                <a:lnTo>
                  <a:pt x="92" y="305"/>
                </a:lnTo>
                <a:lnTo>
                  <a:pt x="92" y="305"/>
                </a:lnTo>
                <a:lnTo>
                  <a:pt x="30" y="305"/>
                </a:lnTo>
                <a:lnTo>
                  <a:pt x="30" y="305"/>
                </a:lnTo>
                <a:lnTo>
                  <a:pt x="30" y="152"/>
                </a:lnTo>
                <a:lnTo>
                  <a:pt x="30" y="152"/>
                </a:lnTo>
                <a:lnTo>
                  <a:pt x="0" y="152"/>
                </a:lnTo>
                <a:lnTo>
                  <a:pt x="0" y="152"/>
                </a:lnTo>
                <a:lnTo>
                  <a:pt x="0" y="98"/>
                </a:lnTo>
                <a:lnTo>
                  <a:pt x="0" y="98"/>
                </a:lnTo>
                <a:lnTo>
                  <a:pt x="30" y="98"/>
                </a:lnTo>
                <a:lnTo>
                  <a:pt x="30" y="98"/>
                </a:lnTo>
                <a:lnTo>
                  <a:pt x="30" y="94"/>
                </a:lnTo>
                <a:lnTo>
                  <a:pt x="30" y="94"/>
                </a:lnTo>
                <a:lnTo>
                  <a:pt x="30" y="56"/>
                </a:lnTo>
                <a:lnTo>
                  <a:pt x="30" y="56"/>
                </a:lnTo>
                <a:lnTo>
                  <a:pt x="32" y="42"/>
                </a:lnTo>
                <a:lnTo>
                  <a:pt x="38" y="30"/>
                </a:lnTo>
                <a:lnTo>
                  <a:pt x="46" y="18"/>
                </a:lnTo>
                <a:lnTo>
                  <a:pt x="58" y="8"/>
                </a:lnTo>
                <a:lnTo>
                  <a:pt x="58" y="8"/>
                </a:lnTo>
                <a:lnTo>
                  <a:pt x="74" y="2"/>
                </a:lnTo>
                <a:lnTo>
                  <a:pt x="90" y="0"/>
                </a:lnTo>
                <a:lnTo>
                  <a:pt x="90" y="0"/>
                </a:lnTo>
                <a:lnTo>
                  <a:pt x="138" y="0"/>
                </a:lnTo>
                <a:lnTo>
                  <a:pt x="138" y="0"/>
                </a:lnTo>
                <a:lnTo>
                  <a:pt x="140" y="0"/>
                </a:lnTo>
                <a:lnTo>
                  <a:pt x="140" y="0"/>
                </a:lnTo>
                <a:lnTo>
                  <a:pt x="140" y="52"/>
                </a:lnTo>
                <a:lnTo>
                  <a:pt x="140" y="52"/>
                </a:lnTo>
                <a:lnTo>
                  <a:pt x="132" y="52"/>
                </a:lnTo>
                <a:lnTo>
                  <a:pt x="132" y="52"/>
                </a:lnTo>
                <a:lnTo>
                  <a:pt x="106" y="52"/>
                </a:lnTo>
                <a:lnTo>
                  <a:pt x="106" y="52"/>
                </a:lnTo>
                <a:lnTo>
                  <a:pt x="102" y="54"/>
                </a:lnTo>
                <a:lnTo>
                  <a:pt x="96" y="56"/>
                </a:lnTo>
                <a:lnTo>
                  <a:pt x="94" y="60"/>
                </a:lnTo>
                <a:lnTo>
                  <a:pt x="92" y="64"/>
                </a:lnTo>
                <a:lnTo>
                  <a:pt x="92" y="64"/>
                </a:lnTo>
                <a:lnTo>
                  <a:pt x="92" y="98"/>
                </a:lnTo>
                <a:lnTo>
                  <a:pt x="92" y="98"/>
                </a:lnTo>
                <a:lnTo>
                  <a:pt x="140" y="98"/>
                </a:lnTo>
                <a:lnTo>
                  <a:pt x="140" y="98"/>
                </a:lnTo>
                <a:lnTo>
                  <a:pt x="136" y="152"/>
                </a:lnTo>
                <a:lnTo>
                  <a:pt x="136" y="152"/>
                </a:lnTo>
                <a:lnTo>
                  <a:pt x="92" y="152"/>
                </a:lnTo>
                <a:lnTo>
                  <a:pt x="92" y="152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object 19">
            <a:extLst>
              <a:ext uri="{FF2B5EF4-FFF2-40B4-BE49-F238E27FC236}">
                <a16:creationId xmlns:a16="http://schemas.microsoft.com/office/drawing/2014/main" id="{1909E3CD-9BCF-FC4C-AD79-FA88411AA601}"/>
              </a:ext>
            </a:extLst>
          </p:cNvPr>
          <p:cNvSpPr txBox="1"/>
          <p:nvPr/>
        </p:nvSpPr>
        <p:spPr>
          <a:xfrm>
            <a:off x="11557000" y="8458200"/>
            <a:ext cx="40576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2021 Coforge</a:t>
            </a:r>
            <a:endParaRPr sz="12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CAB7C9-1C76-6040-8865-2D2DA39E7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0" y="3581400"/>
            <a:ext cx="6388100" cy="1676400"/>
          </a:xfrm>
        </p:spPr>
        <p:txBody>
          <a:bodyPr>
            <a:noAutofit/>
          </a:bodyPr>
          <a:lstStyle>
            <a:lvl1pPr algn="l">
              <a:defRPr sz="5400"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6733FB-006C-C346-9438-58C1D838240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66600" y="564912"/>
            <a:ext cx="3568700" cy="95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697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773B626-C041-3BDB-DF50-7BCEF76C7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-2403"/>
            <a:ext cx="10196545" cy="914640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5" y="3318524"/>
            <a:ext cx="9531751" cy="1645576"/>
          </a:xfrm>
        </p:spPr>
        <p:txBody>
          <a:bodyPr>
            <a:noAutofit/>
          </a:bodyPr>
          <a:lstStyle>
            <a:lvl1pPr>
              <a:defRPr sz="80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5DDCEDB-866C-27E2-FF3E-0870C048C4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3B80327-1D0A-105F-08E8-57458D90D13D}"/>
              </a:ext>
            </a:extLst>
          </p:cNvPr>
          <p:cNvGrpSpPr>
            <a:grpSpLocks noChangeAspect="1"/>
          </p:cNvGrpSpPr>
          <p:nvPr/>
        </p:nvGrpSpPr>
        <p:grpSpPr>
          <a:xfrm>
            <a:off x="391405" y="766212"/>
            <a:ext cx="3120000" cy="693093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247822C-8FC4-A887-759C-17711D99E1E9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58CE96-D121-617B-12F9-04187952CA96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436A88-1027-4425-440A-3E531CCB55B8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8E97DF-212C-386E-F3A1-D59BBEA884BA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A2DBAA6-E14F-76F8-8577-BC169D1F1A8E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E9C64C1-59E5-EA69-3C7E-7AA365537F02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6C1AD8-29BE-203C-BE54-A8E56B93164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1D7EE3D-94D7-10EF-0607-AE5229E0A98F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</p:grp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4" y="5126567"/>
            <a:ext cx="9531552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733" b="1">
                <a:solidFill>
                  <a:schemeClr val="bg1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Sub-title</a:t>
            </a:r>
          </a:p>
        </p:txBody>
      </p:sp>
    </p:spTree>
    <p:extLst>
      <p:ext uri="{BB962C8B-B14F-4D97-AF65-F5344CB8AC3E}">
        <p14:creationId xmlns:p14="http://schemas.microsoft.com/office/powerpoint/2010/main" val="11184916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773B626-C041-3BDB-DF50-7BCEF76C7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6" y="3318524"/>
            <a:ext cx="9531751" cy="1645576"/>
          </a:xfrm>
        </p:spPr>
        <p:txBody>
          <a:bodyPr>
            <a:noAutofit/>
          </a:bodyPr>
          <a:lstStyle>
            <a:lvl1pPr>
              <a:defRPr sz="80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5DDCEDB-866C-27E2-FF3E-0870C048C4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3B80327-1D0A-105F-08E8-57458D90D13D}"/>
              </a:ext>
            </a:extLst>
          </p:cNvPr>
          <p:cNvGrpSpPr>
            <a:grpSpLocks noChangeAspect="1"/>
          </p:cNvGrpSpPr>
          <p:nvPr/>
        </p:nvGrpSpPr>
        <p:grpSpPr>
          <a:xfrm>
            <a:off x="391405" y="766212"/>
            <a:ext cx="3120000" cy="693093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247822C-8FC4-A887-759C-17711D99E1E9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58CE96-D121-617B-12F9-04187952CA96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436A88-1027-4425-440A-3E531CCB55B8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8E97DF-212C-386E-F3A1-D59BBEA884BA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A2DBAA6-E14F-76F8-8577-BC169D1F1A8E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E9C64C1-59E5-EA69-3C7E-7AA365537F02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6C1AD8-29BE-203C-BE54-A8E56B93164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1D7EE3D-94D7-10EF-0607-AE5229E0A98F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</p:grp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4" y="5126568"/>
            <a:ext cx="9531552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733" b="1">
                <a:solidFill>
                  <a:schemeClr val="bg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Sub-title</a:t>
            </a:r>
          </a:p>
        </p:txBody>
      </p:sp>
    </p:spTree>
    <p:extLst>
      <p:ext uri="{BB962C8B-B14F-4D97-AF65-F5344CB8AC3E}">
        <p14:creationId xmlns:p14="http://schemas.microsoft.com/office/powerpoint/2010/main" val="7305818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7D05-9965-8B8B-BE58-BAAA3852A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480C507-6EB2-CCF9-870C-8684AC4124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1586" y="1985325"/>
            <a:ext cx="15504583" cy="62950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4462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7D05-9965-8B8B-BE58-BAAA3852A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486836"/>
            <a:ext cx="9581112" cy="12606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480C507-6EB2-CCF9-870C-8684AC4124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1585" y="1985325"/>
            <a:ext cx="9581472" cy="62950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1D0D8B39-F4CE-3169-E1B0-ABAF242218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96547" y="484800"/>
            <a:ext cx="5699621" cy="779560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8150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7D05-9965-8B8B-BE58-BAAA3852A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486836"/>
            <a:ext cx="9581112" cy="12606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1D0D8B39-F4CE-3169-E1B0-ABAF242218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96547" y="484800"/>
            <a:ext cx="5699621" cy="779560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6081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7D05-9965-8B8B-BE58-BAAA3852A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1081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2972-9DF7-C0B3-7687-9E3B2422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328AA4C-BB57-D0E6-08FE-435428B0D2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4" y="1733636"/>
            <a:ext cx="15503821" cy="73788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DD9CA00-C0FD-1939-1192-7E21A04C75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1586" y="2609088"/>
            <a:ext cx="15504583" cy="56713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7184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2972-9DF7-C0B3-7687-9E3B24224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7" y="486836"/>
            <a:ext cx="9642069" cy="12606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328AA4C-BB57-D0E6-08FE-435428B0D2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6" y="1733636"/>
            <a:ext cx="9641959" cy="73788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DD9CA00-C0FD-1939-1192-7E21A04C75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1585" y="2609088"/>
            <a:ext cx="9642432" cy="56713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2574FD34-9DC6-1A7F-B21E-FE913A98C6D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96547" y="484800"/>
            <a:ext cx="5699621" cy="779560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1435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2972-9DF7-C0B3-7687-9E3B24224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7" y="486836"/>
            <a:ext cx="9642069" cy="12606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328AA4C-BB57-D0E6-08FE-435428B0D2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6" y="1733636"/>
            <a:ext cx="9641959" cy="73788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2574FD34-9DC6-1A7F-B21E-FE913A98C6D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96547" y="484800"/>
            <a:ext cx="5699621" cy="779560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2546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2972-9DF7-C0B3-7687-9E3B2422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328AA4C-BB57-D0E6-08FE-435428B0D2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4" y="1733636"/>
            <a:ext cx="15503821" cy="73788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</p:spTree>
    <p:extLst>
      <p:ext uri="{BB962C8B-B14F-4D97-AF65-F5344CB8AC3E}">
        <p14:creationId xmlns:p14="http://schemas.microsoft.com/office/powerpoint/2010/main" val="19348384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90770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D185B774-2A49-1714-39C4-36AAA6693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grpSp>
        <p:nvGrpSpPr>
          <p:cNvPr id="6" name="Logo">
            <a:extLst>
              <a:ext uri="{FF2B5EF4-FFF2-40B4-BE49-F238E27FC236}">
                <a16:creationId xmlns:a16="http://schemas.microsoft.com/office/drawing/2014/main" id="{E8EA6453-9CF1-9CEC-C7B1-0470890CE1D7}"/>
              </a:ext>
            </a:extLst>
          </p:cNvPr>
          <p:cNvGrpSpPr/>
          <p:nvPr/>
        </p:nvGrpSpPr>
        <p:grpSpPr>
          <a:xfrm>
            <a:off x="14850408" y="8741259"/>
            <a:ext cx="1044997" cy="232141"/>
            <a:chOff x="10797898" y="6235376"/>
            <a:chExt cx="930940" cy="2068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6D4324C-2193-57C6-446C-B8EEDC252A00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5041FF0-0E80-0543-F563-D686B0F7C339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AB064FB-102A-7078-6BD9-79416314E369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0477C4A-177F-491D-8CC8-EB973D9C925B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1749831-DDE4-762A-F260-117878940596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0A159A4-D5E7-30F6-35B1-F0EE77575F28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D6C10E1-B823-40CA-D11C-E197DE60DE75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547232-A25A-20CA-8734-C765576B0C60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B9080E96-D581-682D-0141-31D228B95C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3841C298-5B94-4C2F-E1C0-3C387E73F9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4" y="2692089"/>
            <a:ext cx="13806376" cy="2217263"/>
          </a:xfrm>
        </p:spPr>
        <p:txBody>
          <a:bodyPr>
            <a:noAutofit/>
          </a:bodyPr>
          <a:lstStyle>
            <a:lvl1pPr>
              <a:defRPr sz="7200" b="0">
                <a:solidFill>
                  <a:schemeClr val="tx2"/>
                </a:solidFill>
              </a:defRPr>
            </a:lvl1pPr>
          </a:lstStyle>
          <a:p>
            <a:r>
              <a:rPr lang="en-US"/>
              <a:t>“Any famous quote by a person can appear here.”</a:t>
            </a:r>
            <a:endParaRPr lang="en-IN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C41B9BCB-8DF5-2F68-06E4-0C5D6CC31F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126568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2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Name of the Author appears here.</a:t>
            </a:r>
          </a:p>
        </p:txBody>
      </p:sp>
    </p:spTree>
    <p:extLst>
      <p:ext uri="{BB962C8B-B14F-4D97-AF65-F5344CB8AC3E}">
        <p14:creationId xmlns:p14="http://schemas.microsoft.com/office/powerpoint/2010/main" val="22911049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Custom Layout">
    <p:bg>
      <p:bgPr>
        <a:solidFill>
          <a:srgbClr val="BBC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825056"/>
            <a:ext cx="15504000" cy="1931157"/>
          </a:xfrm>
        </p:spPr>
        <p:txBody>
          <a:bodyPr>
            <a:normAutofit/>
          </a:bodyPr>
          <a:lstStyle>
            <a:lvl1pPr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855901" y="8744404"/>
            <a:ext cx="1051991" cy="227457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021689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8DA8A4-1E49-3150-024B-D57C3FC27746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1A4E4A7-A619-6DF3-E884-4D1BD9AB8CE3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/>
              <a:t>© Coforge, 2024 | Confidential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D53C7CB-FCB4-F99B-D2C1-D033AEBDB380}"/>
              </a:ext>
            </a:extLst>
          </p:cNvPr>
          <p:cNvSpPr txBox="1">
            <a:spLocks/>
          </p:cNvSpPr>
          <p:nvPr/>
        </p:nvSpPr>
        <p:spPr>
          <a:xfrm>
            <a:off x="266955" y="8586166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/>
              <a:pPr algn="r"/>
              <a:t>‹#›</a:t>
            </a:fld>
            <a:endParaRPr lang="en-IN" sz="1867" b="1"/>
          </a:p>
        </p:txBody>
      </p:sp>
    </p:spTree>
    <p:extLst>
      <p:ext uri="{BB962C8B-B14F-4D97-AF65-F5344CB8AC3E}">
        <p14:creationId xmlns:p14="http://schemas.microsoft.com/office/powerpoint/2010/main" val="1503501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Custom Layout">
    <p:bg>
      <p:bgPr>
        <a:solidFill>
          <a:srgbClr val="FCC7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825056"/>
            <a:ext cx="15504000" cy="1931157"/>
          </a:xfrm>
        </p:spPr>
        <p:txBody>
          <a:bodyPr>
            <a:normAutofit/>
          </a:bodyPr>
          <a:lstStyle>
            <a:lvl1pPr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855901" y="8744404"/>
            <a:ext cx="1051991" cy="227457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021689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9F73DA-3361-2693-4E70-87436387D735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91F6B89-A123-3F8F-7950-756DFB51AECE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/>
              <a:t>© Coforge, 2024 | Confidential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A4C80B8-EC8F-CA57-1043-953C806C389E}"/>
              </a:ext>
            </a:extLst>
          </p:cNvPr>
          <p:cNvSpPr txBox="1">
            <a:spLocks/>
          </p:cNvSpPr>
          <p:nvPr/>
        </p:nvSpPr>
        <p:spPr>
          <a:xfrm>
            <a:off x="266955" y="8586166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/>
              <a:pPr algn="r"/>
              <a:t>‹#›</a:t>
            </a:fld>
            <a:endParaRPr lang="en-IN" sz="1867" b="1"/>
          </a:p>
        </p:txBody>
      </p:sp>
    </p:spTree>
    <p:extLst>
      <p:ext uri="{BB962C8B-B14F-4D97-AF65-F5344CB8AC3E}">
        <p14:creationId xmlns:p14="http://schemas.microsoft.com/office/powerpoint/2010/main" val="1954201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1_Custom Layout">
    <p:bg>
      <p:bgPr>
        <a:solidFill>
          <a:srgbClr val="FBC9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825056"/>
            <a:ext cx="15504000" cy="1931157"/>
          </a:xfrm>
        </p:spPr>
        <p:txBody>
          <a:bodyPr>
            <a:normAutofit/>
          </a:bodyPr>
          <a:lstStyle>
            <a:lvl1pPr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855901" y="8744404"/>
            <a:ext cx="1051991" cy="227457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021689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A249F-88D3-F7F7-E85C-F45D6CA205C0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6D34AC2-6962-2874-3DC4-E95AFEE608F3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/>
              <a:t>© Coforge, 2024 | Confidential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A6BA74-5911-D402-A5B3-7A23000890D1}"/>
              </a:ext>
            </a:extLst>
          </p:cNvPr>
          <p:cNvSpPr txBox="1">
            <a:spLocks/>
          </p:cNvSpPr>
          <p:nvPr/>
        </p:nvSpPr>
        <p:spPr>
          <a:xfrm>
            <a:off x="266955" y="8586166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/>
              <a:pPr algn="r"/>
              <a:t>‹#›</a:t>
            </a:fld>
            <a:endParaRPr lang="en-IN" sz="1867" b="1"/>
          </a:p>
        </p:txBody>
      </p:sp>
    </p:spTree>
    <p:extLst>
      <p:ext uri="{BB962C8B-B14F-4D97-AF65-F5344CB8AC3E}">
        <p14:creationId xmlns:p14="http://schemas.microsoft.com/office/powerpoint/2010/main" val="1500658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_Custom Layout">
    <p:bg>
      <p:bgPr>
        <a:solidFill>
          <a:srgbClr val="97D5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825056"/>
            <a:ext cx="15504000" cy="1931157"/>
          </a:xfrm>
        </p:spPr>
        <p:txBody>
          <a:bodyPr>
            <a:normAutofit/>
          </a:bodyPr>
          <a:lstStyle>
            <a:lvl1pPr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855901" y="8744404"/>
            <a:ext cx="1051991" cy="227457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021689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2BC30-9D1A-681F-6C55-93E03C1AECB1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71B272C-E1CE-2E2B-0C79-AB578A68B946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/>
              <a:t>© Coforge, 2024 | Confidential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2A53355-19CC-4708-4168-590420102968}"/>
              </a:ext>
            </a:extLst>
          </p:cNvPr>
          <p:cNvSpPr txBox="1">
            <a:spLocks/>
          </p:cNvSpPr>
          <p:nvPr/>
        </p:nvSpPr>
        <p:spPr>
          <a:xfrm>
            <a:off x="266955" y="8586166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/>
              <a:pPr algn="r"/>
              <a:t>‹#›</a:t>
            </a:fld>
            <a:endParaRPr lang="en-IN" sz="1867" b="1"/>
          </a:p>
        </p:txBody>
      </p:sp>
    </p:spTree>
    <p:extLst>
      <p:ext uri="{BB962C8B-B14F-4D97-AF65-F5344CB8AC3E}">
        <p14:creationId xmlns:p14="http://schemas.microsoft.com/office/powerpoint/2010/main" val="22044489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t's eng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99445BD-02AF-5A42-6EF2-81DEEBD44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6" y="3318524"/>
            <a:ext cx="9531751" cy="1645576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Let’s engage</a:t>
            </a:r>
            <a:endParaRPr lang="en-IN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4" y="5126568"/>
            <a:ext cx="9531552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Sub-title</a:t>
            </a:r>
          </a:p>
        </p:txBody>
      </p:sp>
      <p:pic>
        <p:nvPicPr>
          <p:cNvPr id="3" name="Picture 2" descr="Icon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9936B5B3-40BF-0C16-70E6-087203FB53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06" y="7401498"/>
            <a:ext cx="564524" cy="564524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hlinkClick r:id="rId6"/>
            <a:extLst>
              <a:ext uri="{FF2B5EF4-FFF2-40B4-BE49-F238E27FC236}">
                <a16:creationId xmlns:a16="http://schemas.microsoft.com/office/drawing/2014/main" id="{ABFF64A9-FB23-A4A7-2000-64FB9B71E3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614" y="7401498"/>
            <a:ext cx="564524" cy="564524"/>
          </a:xfrm>
          <a:prstGeom prst="rect">
            <a:avLst/>
          </a:prstGeom>
        </p:spPr>
      </p:pic>
      <p:pic>
        <p:nvPicPr>
          <p:cNvPr id="9" name="Picture 8" descr="A white circle with a black background&#10;&#10;Description automatically generated with low confidence">
            <a:hlinkClick r:id="rId8"/>
            <a:extLst>
              <a:ext uri="{FF2B5EF4-FFF2-40B4-BE49-F238E27FC236}">
                <a16:creationId xmlns:a16="http://schemas.microsoft.com/office/drawing/2014/main" id="{4783935F-109B-7213-19BA-9CC4204F3D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434" y="7401498"/>
            <a:ext cx="564524" cy="564524"/>
          </a:xfrm>
          <a:prstGeom prst="rect">
            <a:avLst/>
          </a:prstGeom>
        </p:spPr>
      </p:pic>
      <p:pic>
        <p:nvPicPr>
          <p:cNvPr id="22" name="Picture 21" descr="Logo, icon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7F0FE466-7DF0-C851-893A-9F92FFA4DFE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151" y="7401498"/>
            <a:ext cx="564524" cy="564524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E81CD06-FB1A-A79C-4D19-70C9A15F8669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77080A9-42C8-C4CF-C28A-1949314EF02B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</a:rPr>
              <a:t>© Coforge, 2024 | Confidential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C0E2DFA2-6ED6-5180-48CF-8FF5BD139B4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7D438E7-1D8E-FB27-F4B2-C6343A61DA22}"/>
              </a:ext>
            </a:extLst>
          </p:cNvPr>
          <p:cNvGrpSpPr>
            <a:grpSpLocks noChangeAspect="1"/>
          </p:cNvGrpSpPr>
          <p:nvPr/>
        </p:nvGrpSpPr>
        <p:grpSpPr>
          <a:xfrm>
            <a:off x="391405" y="766212"/>
            <a:ext cx="3120000" cy="693093"/>
            <a:chOff x="10797898" y="6235376"/>
            <a:chExt cx="930940" cy="206804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23E7219-CED5-8E40-011F-BBF371E5C6D7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8F92D48-5A0A-A4DE-3B16-698ED06A3B7F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78364ED-CDCB-506D-E056-F0A009D79689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002D2B-7D8F-CE1D-099A-F21826858985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9560BE7-80B6-0BD2-11D1-2EE6DD9AF0C7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2E805A9-5B66-C427-2ABD-024CEA9170EE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7D1FEEA-BB92-7CE7-88DA-D7A243F3C2B1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E06E8E6-6968-17C6-F21F-425D99596C3E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</p:grpSp>
      <p:sp>
        <p:nvSpPr>
          <p:cNvPr id="35" name="Footer Placeholder 4">
            <a:extLst>
              <a:ext uri="{FF2B5EF4-FFF2-40B4-BE49-F238E27FC236}">
                <a16:creationId xmlns:a16="http://schemas.microsoft.com/office/drawing/2014/main" id="{6275CD03-214C-C336-76D9-9C9C6D867866}"/>
              </a:ext>
            </a:extLst>
          </p:cNvPr>
          <p:cNvSpPr txBox="1">
            <a:spLocks/>
          </p:cNvSpPr>
          <p:nvPr/>
        </p:nvSpPr>
        <p:spPr>
          <a:xfrm>
            <a:off x="243840" y="8614742"/>
            <a:ext cx="55860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600" b="1" smtClean="0">
                <a:solidFill>
                  <a:schemeClr val="bg1"/>
                </a:solidFill>
              </a:rPr>
              <a:pPr algn="r"/>
              <a:t>‹#›</a:t>
            </a:fld>
            <a:endParaRPr lang="en-IN" sz="1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95263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et's eng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773B626-C041-3BDB-DF50-7BCEF76C7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6" y="3318524"/>
            <a:ext cx="9531751" cy="1645576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Let’s engage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5DDCEDB-866C-27E2-FF3E-0870C048C4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3B80327-1D0A-105F-08E8-57458D90D13D}"/>
              </a:ext>
            </a:extLst>
          </p:cNvPr>
          <p:cNvGrpSpPr>
            <a:grpSpLocks noChangeAspect="1"/>
          </p:cNvGrpSpPr>
          <p:nvPr/>
        </p:nvGrpSpPr>
        <p:grpSpPr>
          <a:xfrm>
            <a:off x="391405" y="766212"/>
            <a:ext cx="3120000" cy="693093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247822C-8FC4-A887-759C-17711D99E1E9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58CE96-D121-617B-12F9-04187952CA96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436A88-1027-4425-440A-3E531CCB55B8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8E97DF-212C-386E-F3A1-D59BBEA884BA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A2DBAA6-E14F-76F8-8577-BC169D1F1A8E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E9C64C1-59E5-EA69-3C7E-7AA365537F02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6C1AD8-29BE-203C-BE54-A8E56B93164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1D7EE3D-94D7-10EF-0607-AE5229E0A98F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</p:grp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97575" y="5126568"/>
            <a:ext cx="7525580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Presenter name</a:t>
            </a:r>
          </a:p>
        </p:txBody>
      </p:sp>
      <p:pic>
        <p:nvPicPr>
          <p:cNvPr id="3" name="Picture 2" descr="Icon&#10;&#10;Description automatically generated">
            <a:hlinkClick r:id="rId6"/>
            <a:extLst>
              <a:ext uri="{FF2B5EF4-FFF2-40B4-BE49-F238E27FC236}">
                <a16:creationId xmlns:a16="http://schemas.microsoft.com/office/drawing/2014/main" id="{9936B5B3-40BF-0C16-70E6-087203FB53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06" y="7401498"/>
            <a:ext cx="564524" cy="564524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hlinkClick r:id="rId8"/>
            <a:extLst>
              <a:ext uri="{FF2B5EF4-FFF2-40B4-BE49-F238E27FC236}">
                <a16:creationId xmlns:a16="http://schemas.microsoft.com/office/drawing/2014/main" id="{ABFF64A9-FB23-A4A7-2000-64FB9B71E3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614" y="7401498"/>
            <a:ext cx="564524" cy="564524"/>
          </a:xfrm>
          <a:prstGeom prst="rect">
            <a:avLst/>
          </a:prstGeom>
        </p:spPr>
      </p:pic>
      <p:pic>
        <p:nvPicPr>
          <p:cNvPr id="9" name="Picture 8" descr="A white circle with a black background&#10;&#10;Description automatically generated with low confidence">
            <a:hlinkClick r:id="rId10"/>
            <a:extLst>
              <a:ext uri="{FF2B5EF4-FFF2-40B4-BE49-F238E27FC236}">
                <a16:creationId xmlns:a16="http://schemas.microsoft.com/office/drawing/2014/main" id="{4783935F-109B-7213-19BA-9CC4204F3DF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434" y="7401498"/>
            <a:ext cx="564524" cy="564524"/>
          </a:xfrm>
          <a:prstGeom prst="rect">
            <a:avLst/>
          </a:prstGeom>
        </p:spPr>
      </p:pic>
      <p:pic>
        <p:nvPicPr>
          <p:cNvPr id="22" name="Picture 21" descr="Logo, icon&#10;&#10;Description automatically generated">
            <a:hlinkClick r:id="rId12"/>
            <a:extLst>
              <a:ext uri="{FF2B5EF4-FFF2-40B4-BE49-F238E27FC236}">
                <a16:creationId xmlns:a16="http://schemas.microsoft.com/office/drawing/2014/main" id="{7F0FE466-7DF0-C851-893A-9F92FFA4DFE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151" y="7401498"/>
            <a:ext cx="564524" cy="564524"/>
          </a:xfrm>
          <a:prstGeom prst="rect">
            <a:avLst/>
          </a:prstGeom>
        </p:spPr>
      </p:pic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58D222FC-8D38-3E01-441D-FA9D8D2BEF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1584" y="5126567"/>
            <a:ext cx="1680000" cy="1680000"/>
          </a:xfrm>
          <a:prstGeom prst="ellipse">
            <a:avLst/>
          </a:prstGeom>
          <a:solidFill>
            <a:srgbClr val="EBEBEB"/>
          </a:solidFill>
          <a:ln w="1905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67"/>
            </a:lvl1pPr>
          </a:lstStyle>
          <a:p>
            <a:r>
              <a:rPr lang="en-IN"/>
              <a:t>Presenter picture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7AED6C5-473D-96C6-E00D-37E9A5D32F68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AE2B1E3-0881-A3D8-3A3F-45C673AA9AA4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</a:rPr>
              <a:t>© Coforge, 2024 | Confidential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D26A373C-6830-7336-051A-D20BBCD5E216}"/>
              </a:ext>
            </a:extLst>
          </p:cNvPr>
          <p:cNvSpPr txBox="1">
            <a:spLocks/>
          </p:cNvSpPr>
          <p:nvPr/>
        </p:nvSpPr>
        <p:spPr>
          <a:xfrm>
            <a:off x="243840" y="8614742"/>
            <a:ext cx="55860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600" b="1" smtClean="0">
                <a:solidFill>
                  <a:schemeClr val="bg1"/>
                </a:solidFill>
              </a:rPr>
              <a:pPr algn="r"/>
              <a:t>‹#›</a:t>
            </a:fld>
            <a:endParaRPr lang="en-IN" sz="1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38376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Custom Layou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A420888-4B4C-79A3-6FA9-352BA87B6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272874-C46B-3B31-1BD0-F0495A9AF8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5" y="3726132"/>
            <a:ext cx="6202763" cy="1260685"/>
          </a:xfrm>
        </p:spPr>
        <p:txBody>
          <a:bodyPr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Agenda</a:t>
            </a:r>
            <a:endParaRPr lang="en-IN"/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69E7E697-B682-AAE5-2DF8-AFDB34E17C46}"/>
              </a:ext>
            </a:extLst>
          </p:cNvPr>
          <p:cNvGrpSpPr/>
          <p:nvPr/>
        </p:nvGrpSpPr>
        <p:grpSpPr>
          <a:xfrm>
            <a:off x="14850408" y="8741259"/>
            <a:ext cx="1044997" cy="232141"/>
            <a:chOff x="10797898" y="6235376"/>
            <a:chExt cx="930940" cy="2068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99058BD-6490-1AA2-7B6F-E04519015215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E9D29D8-F051-BD8C-D495-AC9A5F29F070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C47C9BE-91FB-5ECC-1208-10483DF40FF4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BDA20CF-F606-B8A8-3ACB-30F80E0031AF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BBB561C-7FA7-428C-EE77-766EDBFFD0C2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BF22A72-2F9D-D60F-2A10-74DFE4BA97C5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D32814A-A91C-8738-3330-8AD05BFADE42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1A50D32-BA75-E2B1-FCDA-0575DC145D9B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0FDC4824-F24C-94D8-4956-C8C4C2F634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C64ED26A-7137-E5C0-8293-8E35E84983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20" y="807016"/>
            <a:ext cx="8960387" cy="7313661"/>
          </a:xfrm>
          <a:noFill/>
        </p:spPr>
        <p:txBody>
          <a:bodyPr anchor="ctr">
            <a:normAutofit/>
          </a:bodyPr>
          <a:lstStyle>
            <a:lvl1pPr marL="603221" indent="-603221">
              <a:buFont typeface="+mj-lt"/>
              <a:buAutoNum type="arabicPeriod"/>
              <a:tabLst/>
              <a:defRPr sz="2667" b="0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Agenda</a:t>
            </a:r>
          </a:p>
          <a:p>
            <a:pPr lvl="0"/>
            <a:r>
              <a:rPr lang="en-US"/>
              <a:t>Agenda</a:t>
            </a:r>
          </a:p>
          <a:p>
            <a:pPr lvl="0"/>
            <a:r>
              <a:rPr lang="en-US"/>
              <a:t>Agenda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3A5319-12E2-45E1-08F5-9AAD9EDB12A0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146F3C6A-D573-809A-956B-6D2D164897B0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/>
              <a:t>© Coforge, 2024 | Confidential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7CFAFF0-69B3-9B80-63D8-227D966A255E}"/>
              </a:ext>
            </a:extLst>
          </p:cNvPr>
          <p:cNvSpPr txBox="1">
            <a:spLocks/>
          </p:cNvSpPr>
          <p:nvPr/>
        </p:nvSpPr>
        <p:spPr>
          <a:xfrm>
            <a:off x="266955" y="8586166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/>
              <a:pPr algn="r"/>
              <a:t>‹#›</a:t>
            </a:fld>
            <a:endParaRPr lang="en-IN" sz="1867" b="1"/>
          </a:p>
        </p:txBody>
      </p:sp>
    </p:spTree>
    <p:extLst>
      <p:ext uri="{BB962C8B-B14F-4D97-AF65-F5344CB8AC3E}">
        <p14:creationId xmlns:p14="http://schemas.microsoft.com/office/powerpoint/2010/main" val="21026870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FD6D5-EC28-028A-85C4-696C86883C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761A6C-DE42-7FC7-C9E3-758B666A7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7FF1A-8675-8E63-C56E-45660A50A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98151-EF14-4A1D-9C77-D4B85171FAE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D835A-70A3-D8A6-7A4E-327785C37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22799-5E7B-958C-AE37-05A7C56C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1CCC-8B7B-411E-A0BE-A71383BB6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9501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48189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D185B774-2A49-1714-39C4-36AAA6693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-2403"/>
            <a:ext cx="10196545" cy="9146403"/>
          </a:xfrm>
          <a:prstGeom prst="rect">
            <a:avLst/>
          </a:prstGeom>
        </p:spPr>
      </p:pic>
      <p:grpSp>
        <p:nvGrpSpPr>
          <p:cNvPr id="6" name="Logo">
            <a:extLst>
              <a:ext uri="{FF2B5EF4-FFF2-40B4-BE49-F238E27FC236}">
                <a16:creationId xmlns:a16="http://schemas.microsoft.com/office/drawing/2014/main" id="{E8EA6453-9CF1-9CEC-C7B1-0470890CE1D7}"/>
              </a:ext>
            </a:extLst>
          </p:cNvPr>
          <p:cNvGrpSpPr/>
          <p:nvPr/>
        </p:nvGrpSpPr>
        <p:grpSpPr>
          <a:xfrm>
            <a:off x="14850408" y="8741258"/>
            <a:ext cx="1044997" cy="232141"/>
            <a:chOff x="10797898" y="6235376"/>
            <a:chExt cx="930940" cy="2068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6D4324C-2193-57C6-446C-B8EEDC252A00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5041FF0-0E80-0543-F563-D686B0F7C339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AB064FB-102A-7078-6BD9-79416314E369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0477C4A-177F-491D-8CC8-EB973D9C925B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1749831-DDE4-762A-F260-117878940596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0A159A4-D5E7-30F6-35B1-F0EE77575F28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D6C10E1-B823-40CA-D11C-E197DE60DE75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547232-A25A-20CA-8734-C765576B0C60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B9080E96-D581-682D-0141-31D228B95C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3841C298-5B94-4C2F-E1C0-3C387E73F9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4" y="2692087"/>
            <a:ext cx="5069596" cy="2217263"/>
          </a:xfrm>
        </p:spPr>
        <p:txBody>
          <a:bodyPr>
            <a:noAutofit/>
          </a:bodyPr>
          <a:lstStyle>
            <a:lvl1pPr>
              <a:defRPr sz="7200" b="0">
                <a:solidFill>
                  <a:schemeClr val="tx2"/>
                </a:solidFill>
              </a:defRPr>
            </a:lvl1pPr>
          </a:lstStyle>
          <a:p>
            <a:r>
              <a:rPr lang="en-US"/>
              <a:t>Agenda</a:t>
            </a:r>
            <a:endParaRPr lang="en-IN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C41B9BCB-8DF5-2F68-06E4-0C5D6CC31F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126567"/>
            <a:ext cx="5069530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2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Short Summary</a:t>
            </a:r>
          </a:p>
        </p:txBody>
      </p:sp>
    </p:spTree>
    <p:extLst>
      <p:ext uri="{BB962C8B-B14F-4D97-AF65-F5344CB8AC3E}">
        <p14:creationId xmlns:p14="http://schemas.microsoft.com/office/powerpoint/2010/main" val="17121266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Custom Layout">
    <p:bg>
      <p:bgPr>
        <a:solidFill>
          <a:srgbClr val="BBC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825055"/>
            <a:ext cx="15504000" cy="1931157"/>
          </a:xfrm>
        </p:spPr>
        <p:txBody>
          <a:bodyPr>
            <a:normAutofit/>
          </a:bodyPr>
          <a:lstStyle>
            <a:lvl1pPr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855899" y="8744402"/>
            <a:ext cx="1051991" cy="227457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021689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1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8DA8A4-1E49-3150-024B-D57C3FC27746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1A4E4A7-A619-6DF3-E884-4D1BD9AB8CE3}"/>
              </a:ext>
            </a:extLst>
          </p:cNvPr>
          <p:cNvSpPr txBox="1">
            <a:spLocks/>
          </p:cNvSpPr>
          <p:nvPr/>
        </p:nvSpPr>
        <p:spPr>
          <a:xfrm>
            <a:off x="996008" y="8614741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/>
              <a:t>© Coforge, 2024 | Confidential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D53C7CB-FCB4-F99B-D2C1-D033AEBDB380}"/>
              </a:ext>
            </a:extLst>
          </p:cNvPr>
          <p:cNvSpPr txBox="1">
            <a:spLocks/>
          </p:cNvSpPr>
          <p:nvPr/>
        </p:nvSpPr>
        <p:spPr>
          <a:xfrm>
            <a:off x="266955" y="8586165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/>
              <a:pPr algn="r"/>
              <a:t>‹#›</a:t>
            </a:fld>
            <a:endParaRPr lang="en-IN" sz="1867" b="1"/>
          </a:p>
        </p:txBody>
      </p:sp>
    </p:spTree>
    <p:extLst>
      <p:ext uri="{BB962C8B-B14F-4D97-AF65-F5344CB8AC3E}">
        <p14:creationId xmlns:p14="http://schemas.microsoft.com/office/powerpoint/2010/main" val="56465384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Custom Layout">
    <p:bg>
      <p:bgPr>
        <a:solidFill>
          <a:srgbClr val="FCC7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825055"/>
            <a:ext cx="15504000" cy="1931157"/>
          </a:xfrm>
        </p:spPr>
        <p:txBody>
          <a:bodyPr>
            <a:normAutofit/>
          </a:bodyPr>
          <a:lstStyle>
            <a:lvl1pPr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855899" y="8744402"/>
            <a:ext cx="1051991" cy="227457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021689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1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9F73DA-3361-2693-4E70-87436387D735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91F6B89-A123-3F8F-7950-756DFB51AECE}"/>
              </a:ext>
            </a:extLst>
          </p:cNvPr>
          <p:cNvSpPr txBox="1">
            <a:spLocks/>
          </p:cNvSpPr>
          <p:nvPr/>
        </p:nvSpPr>
        <p:spPr>
          <a:xfrm>
            <a:off x="996008" y="8614741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/>
              <a:t>© Coforge, 2024 | Confidential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A4C80B8-EC8F-CA57-1043-953C806C389E}"/>
              </a:ext>
            </a:extLst>
          </p:cNvPr>
          <p:cNvSpPr txBox="1">
            <a:spLocks/>
          </p:cNvSpPr>
          <p:nvPr/>
        </p:nvSpPr>
        <p:spPr>
          <a:xfrm>
            <a:off x="266955" y="8586165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/>
              <a:pPr algn="r"/>
              <a:t>‹#›</a:t>
            </a:fld>
            <a:endParaRPr lang="en-IN" sz="1867" b="1"/>
          </a:p>
        </p:txBody>
      </p:sp>
    </p:spTree>
    <p:extLst>
      <p:ext uri="{BB962C8B-B14F-4D97-AF65-F5344CB8AC3E}">
        <p14:creationId xmlns:p14="http://schemas.microsoft.com/office/powerpoint/2010/main" val="70163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1_Custom Layout">
    <p:bg>
      <p:bgPr>
        <a:solidFill>
          <a:srgbClr val="FBC9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825055"/>
            <a:ext cx="15504000" cy="1931157"/>
          </a:xfrm>
        </p:spPr>
        <p:txBody>
          <a:bodyPr>
            <a:normAutofit/>
          </a:bodyPr>
          <a:lstStyle>
            <a:lvl1pPr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855899" y="8744402"/>
            <a:ext cx="1051991" cy="227457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021689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1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A249F-88D3-F7F7-E85C-F45D6CA205C0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6D34AC2-6962-2874-3DC4-E95AFEE608F3}"/>
              </a:ext>
            </a:extLst>
          </p:cNvPr>
          <p:cNvSpPr txBox="1">
            <a:spLocks/>
          </p:cNvSpPr>
          <p:nvPr/>
        </p:nvSpPr>
        <p:spPr>
          <a:xfrm>
            <a:off x="996008" y="8614741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/>
              <a:t>© Coforge, 2024 | Confidential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A6BA74-5911-D402-A5B3-7A23000890D1}"/>
              </a:ext>
            </a:extLst>
          </p:cNvPr>
          <p:cNvSpPr txBox="1">
            <a:spLocks/>
          </p:cNvSpPr>
          <p:nvPr/>
        </p:nvSpPr>
        <p:spPr>
          <a:xfrm>
            <a:off x="266955" y="8586165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/>
              <a:pPr algn="r"/>
              <a:t>‹#›</a:t>
            </a:fld>
            <a:endParaRPr lang="en-IN" sz="1867" b="1"/>
          </a:p>
        </p:txBody>
      </p:sp>
    </p:spTree>
    <p:extLst>
      <p:ext uri="{BB962C8B-B14F-4D97-AF65-F5344CB8AC3E}">
        <p14:creationId xmlns:p14="http://schemas.microsoft.com/office/powerpoint/2010/main" val="23073381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_Custom Layout">
    <p:bg>
      <p:bgPr>
        <a:solidFill>
          <a:srgbClr val="97D5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825055"/>
            <a:ext cx="15504000" cy="1931157"/>
          </a:xfrm>
        </p:spPr>
        <p:txBody>
          <a:bodyPr>
            <a:normAutofit/>
          </a:bodyPr>
          <a:lstStyle>
            <a:lvl1pPr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855899" y="8744402"/>
            <a:ext cx="1051991" cy="227457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021689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1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2BC30-9D1A-681F-6C55-93E03C1AECB1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71B272C-E1CE-2E2B-0C79-AB578A68B946}"/>
              </a:ext>
            </a:extLst>
          </p:cNvPr>
          <p:cNvSpPr txBox="1">
            <a:spLocks/>
          </p:cNvSpPr>
          <p:nvPr/>
        </p:nvSpPr>
        <p:spPr>
          <a:xfrm>
            <a:off x="996008" y="8614741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/>
              <a:t>© Coforge, 2024 | Confidential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2A53355-19CC-4708-4168-590420102968}"/>
              </a:ext>
            </a:extLst>
          </p:cNvPr>
          <p:cNvSpPr txBox="1">
            <a:spLocks/>
          </p:cNvSpPr>
          <p:nvPr/>
        </p:nvSpPr>
        <p:spPr>
          <a:xfrm>
            <a:off x="266955" y="8586165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/>
              <a:pPr algn="r"/>
              <a:t>‹#›</a:t>
            </a:fld>
            <a:endParaRPr lang="en-IN" sz="1867" b="1"/>
          </a:p>
        </p:txBody>
      </p:sp>
    </p:spTree>
    <p:extLst>
      <p:ext uri="{BB962C8B-B14F-4D97-AF65-F5344CB8AC3E}">
        <p14:creationId xmlns:p14="http://schemas.microsoft.com/office/powerpoint/2010/main" val="3058556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5" Type="http://schemas.openxmlformats.org/officeDocument/2006/relationships/image" Target="../media/image16.svg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24" Type="http://schemas.openxmlformats.org/officeDocument/2006/relationships/image" Target="../media/image15.png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23" Type="http://schemas.openxmlformats.org/officeDocument/2006/relationships/image" Target="../media/image14.svg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image" Target="../media/image13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slideLayout" Target="../slideLayouts/slideLayout42.xml"/><Relationship Id="rId7" Type="http://schemas.openxmlformats.org/officeDocument/2006/relationships/image" Target="../media/image14.svg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13.png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43.xml"/><Relationship Id="rId9" Type="http://schemas.openxmlformats.org/officeDocument/2006/relationships/image" Target="../media/image16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9">
            <a:extLst>
              <a:ext uri="{FF2B5EF4-FFF2-40B4-BE49-F238E27FC236}">
                <a16:creationId xmlns:a16="http://schemas.microsoft.com/office/drawing/2014/main" id="{F7B702B7-AEB1-5847-8F57-3EF6D0C12A02}"/>
              </a:ext>
            </a:extLst>
          </p:cNvPr>
          <p:cNvSpPr txBox="1"/>
          <p:nvPr/>
        </p:nvSpPr>
        <p:spPr>
          <a:xfrm>
            <a:off x="431800" y="8565510"/>
            <a:ext cx="40576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1200" spc="-5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1200" spc="-5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  <a:r>
              <a:rPr sz="1200" spc="-5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-5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12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169F80-15BF-324D-B93B-8A8D8359E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888" y="566932"/>
            <a:ext cx="13024323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25492-7A69-F946-B7EC-339114988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8888" y="1752600"/>
            <a:ext cx="14388111" cy="617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FDD45B-D496-4546-B8C9-85A832239096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 flipH="1">
            <a:off x="15113000" y="8001000"/>
            <a:ext cx="1143000" cy="1143000"/>
          </a:xfrm>
          <a:prstGeom prst="rect">
            <a:avLst/>
          </a:prstGeom>
        </p:spPr>
      </p:pic>
      <p:sp>
        <p:nvSpPr>
          <p:cNvPr id="9" name="Holder 5">
            <a:extLst>
              <a:ext uri="{FF2B5EF4-FFF2-40B4-BE49-F238E27FC236}">
                <a16:creationId xmlns:a16="http://schemas.microsoft.com/office/drawing/2014/main" id="{18476BCE-DB50-4107-AB4A-8AB5A04B6620}"/>
              </a:ext>
            </a:extLst>
          </p:cNvPr>
          <p:cNvSpPr txBox="1">
            <a:spLocks/>
          </p:cNvSpPr>
          <p:nvPr/>
        </p:nvSpPr>
        <p:spPr>
          <a:xfrm>
            <a:off x="15383462" y="8473281"/>
            <a:ext cx="872538" cy="57943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16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  <p:sldLayoutId id="2147483929" r:id="rId12"/>
    <p:sldLayoutId id="2147483930" r:id="rId13"/>
    <p:sldLayoutId id="2147483931" r:id="rId14"/>
    <p:sldLayoutId id="2147483932" r:id="rId15"/>
    <p:sldLayoutId id="2147483933" r:id="rId16"/>
    <p:sldLayoutId id="214748393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56A4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CE3DA668-12F5-FBE5-1E83-89F5014833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" y="-2403"/>
            <a:ext cx="10196545" cy="9146403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2BA627A-B28C-789C-990E-3B1F53F8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486835"/>
            <a:ext cx="15504000" cy="1260685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138C0DF-603C-2744-FED7-92DBFA303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1405" y="1964597"/>
            <a:ext cx="15504000" cy="6355895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3A065230-68F7-758A-449C-C0E9D9FF8414}"/>
              </a:ext>
            </a:extLst>
          </p:cNvPr>
          <p:cNvGrpSpPr/>
          <p:nvPr/>
        </p:nvGrpSpPr>
        <p:grpSpPr>
          <a:xfrm>
            <a:off x="14850408" y="8741258"/>
            <a:ext cx="1044997" cy="232141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246A27A-67DC-88DA-7E99-BD8FCE878250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FC39FA9-B4BD-4E89-A253-2B70D7C57A89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2C60B1A-4FB5-D732-7157-61ADD0589F56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03F5C3A-DFAA-9131-14B4-9D7202F4B4E8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A802C14-EBFD-CFBE-99D8-49BC4D7368A9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154BE5B-2F05-FB6F-BC46-5131AC718568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E7C0A1-186C-5020-5AAB-5FD9CD026FA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34AE91A-7473-8E25-38F9-3A2AA525A583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0EBBFD31-ED7C-F4EB-19A8-CA6ACC06DD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E86FF6-FAF7-3EF9-D8F2-04E09C82B231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679B0A8-6FF4-A26E-10FE-E0A3D7EBEC95}"/>
              </a:ext>
            </a:extLst>
          </p:cNvPr>
          <p:cNvSpPr txBox="1">
            <a:spLocks/>
          </p:cNvSpPr>
          <p:nvPr/>
        </p:nvSpPr>
        <p:spPr>
          <a:xfrm>
            <a:off x="996008" y="8614741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/>
              <a:t>© Coforge, 2025 | Confidential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00ED6-EEAC-DB5E-E470-A91E6DD22703}"/>
              </a:ext>
            </a:extLst>
          </p:cNvPr>
          <p:cNvSpPr txBox="1">
            <a:spLocks/>
          </p:cNvSpPr>
          <p:nvPr/>
        </p:nvSpPr>
        <p:spPr>
          <a:xfrm>
            <a:off x="266955" y="8586165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/>
              <a:pPr algn="r"/>
              <a:t>‹#›</a:t>
            </a:fld>
            <a:endParaRPr lang="en-IN" sz="1867" b="1"/>
          </a:p>
        </p:txBody>
      </p:sp>
    </p:spTree>
    <p:extLst>
      <p:ext uri="{BB962C8B-B14F-4D97-AF65-F5344CB8AC3E}">
        <p14:creationId xmlns:p14="http://schemas.microsoft.com/office/powerpoint/2010/main" val="228488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4267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CE3DA668-12F5-FBE5-1E83-89F50148339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2BA627A-B28C-789C-990E-3B1F53F8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486836"/>
            <a:ext cx="15504000" cy="1260685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138C0DF-603C-2744-FED7-92DBFA303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1405" y="1964598"/>
            <a:ext cx="15504000" cy="6355895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3A065230-68F7-758A-449C-C0E9D9FF8414}"/>
              </a:ext>
            </a:extLst>
          </p:cNvPr>
          <p:cNvGrpSpPr/>
          <p:nvPr/>
        </p:nvGrpSpPr>
        <p:grpSpPr>
          <a:xfrm>
            <a:off x="14850408" y="8741259"/>
            <a:ext cx="1044997" cy="232141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246A27A-67DC-88DA-7E99-BD8FCE878250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FC39FA9-B4BD-4E89-A253-2B70D7C57A89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2C60B1A-4FB5-D732-7157-61ADD0589F56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03F5C3A-DFAA-9131-14B4-9D7202F4B4E8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A802C14-EBFD-CFBE-99D8-49BC4D7368A9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154BE5B-2F05-FB6F-BC46-5131AC718568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E7C0A1-186C-5020-5AAB-5FD9CD026FA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34AE91A-7473-8E25-38F9-3A2AA525A583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0EBBFD31-ED7C-F4EB-19A8-CA6ACC06DD8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E86FF6-FAF7-3EF9-D8F2-04E09C82B231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679B0A8-6FF4-A26E-10FE-E0A3D7EBEC95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/>
              <a:t>© Coforge, 2024 | Confidential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00ED6-EEAC-DB5E-E470-A91E6DD22703}"/>
              </a:ext>
            </a:extLst>
          </p:cNvPr>
          <p:cNvSpPr txBox="1">
            <a:spLocks/>
          </p:cNvSpPr>
          <p:nvPr/>
        </p:nvSpPr>
        <p:spPr>
          <a:xfrm>
            <a:off x="266955" y="8586166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/>
              <a:pPr algn="r"/>
              <a:t>‹#›</a:t>
            </a:fld>
            <a:endParaRPr lang="en-IN" sz="1867" b="1"/>
          </a:p>
        </p:txBody>
      </p:sp>
    </p:spTree>
    <p:extLst>
      <p:ext uri="{BB962C8B-B14F-4D97-AF65-F5344CB8AC3E}">
        <p14:creationId xmlns:p14="http://schemas.microsoft.com/office/powerpoint/2010/main" val="286759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  <p:sldLayoutId id="2147483947" r:id="rId12"/>
    <p:sldLayoutId id="2147483948" r:id="rId13"/>
    <p:sldLayoutId id="2147483949" r:id="rId14"/>
    <p:sldLayoutId id="2147483950" r:id="rId15"/>
    <p:sldLayoutId id="2147483951" r:id="rId16"/>
    <p:sldLayoutId id="2147483952" r:id="rId17"/>
    <p:sldLayoutId id="2147483953" r:id="rId18"/>
    <p:sldLayoutId id="2147483954" r:id="rId19"/>
    <p:sldLayoutId id="2147483955" r:id="rId20"/>
  </p:sldLayoutIdLst>
  <p:txStyles>
    <p:titleStyle>
      <a:lvl1pPr algn="l" defTabSz="1219140" rtl="0" eaLnBrk="1" latinLnBrk="0" hangingPunct="1">
        <a:lnSpc>
          <a:spcPct val="90000"/>
        </a:lnSpc>
        <a:spcBef>
          <a:spcPct val="0"/>
        </a:spcBef>
        <a:buNone/>
        <a:defRPr sz="4267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04784" indent="-304784" algn="l" defTabSz="121914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25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93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06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CE3DA668-12F5-FBE5-1E83-89F5014833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" y="-2403"/>
            <a:ext cx="10196545" cy="9146403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2BA627A-B28C-789C-990E-3B1F53F8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486835"/>
            <a:ext cx="15504000" cy="1260685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138C0DF-603C-2744-FED7-92DBFA303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1405" y="1964597"/>
            <a:ext cx="15504000" cy="6355895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3A065230-68F7-758A-449C-C0E9D9FF8414}"/>
              </a:ext>
            </a:extLst>
          </p:cNvPr>
          <p:cNvGrpSpPr/>
          <p:nvPr/>
        </p:nvGrpSpPr>
        <p:grpSpPr>
          <a:xfrm>
            <a:off x="14850408" y="8741258"/>
            <a:ext cx="1044997" cy="232141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246A27A-67DC-88DA-7E99-BD8FCE878250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FC39FA9-B4BD-4E89-A253-2B70D7C57A89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2C60B1A-4FB5-D732-7157-61ADD0589F56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03F5C3A-DFAA-9131-14B4-9D7202F4B4E8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A802C14-EBFD-CFBE-99D8-49BC4D7368A9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154BE5B-2F05-FB6F-BC46-5131AC718568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E7C0A1-186C-5020-5AAB-5FD9CD026FA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34AE91A-7473-8E25-38F9-3A2AA525A583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0EBBFD31-ED7C-F4EB-19A8-CA6ACC06DD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E86FF6-FAF7-3EF9-D8F2-04E09C82B231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679B0A8-6FF4-A26E-10FE-E0A3D7EBEC95}"/>
              </a:ext>
            </a:extLst>
          </p:cNvPr>
          <p:cNvSpPr txBox="1">
            <a:spLocks/>
          </p:cNvSpPr>
          <p:nvPr/>
        </p:nvSpPr>
        <p:spPr>
          <a:xfrm>
            <a:off x="996008" y="8614741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/>
              <a:t>© Coforge, 2025 | Confidential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00ED6-EEAC-DB5E-E470-A91E6DD22703}"/>
              </a:ext>
            </a:extLst>
          </p:cNvPr>
          <p:cNvSpPr txBox="1">
            <a:spLocks/>
          </p:cNvSpPr>
          <p:nvPr/>
        </p:nvSpPr>
        <p:spPr>
          <a:xfrm>
            <a:off x="266955" y="8586165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/>
              <a:pPr algn="r"/>
              <a:t>‹#›</a:t>
            </a:fld>
            <a:endParaRPr lang="en-IN" sz="1867" b="1"/>
          </a:p>
        </p:txBody>
      </p:sp>
    </p:spTree>
    <p:extLst>
      <p:ext uri="{BB962C8B-B14F-4D97-AF65-F5344CB8AC3E}">
        <p14:creationId xmlns:p14="http://schemas.microsoft.com/office/powerpoint/2010/main" val="3205328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4267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CE3DA668-12F5-FBE5-1E83-89F5014833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" y="-2403"/>
            <a:ext cx="10196545" cy="9146403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2BA627A-B28C-789C-990E-3B1F53F8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486835"/>
            <a:ext cx="15504000" cy="1260685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138C0DF-603C-2744-FED7-92DBFA303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1405" y="1964597"/>
            <a:ext cx="15504000" cy="6355895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3A065230-68F7-758A-449C-C0E9D9FF8414}"/>
              </a:ext>
            </a:extLst>
          </p:cNvPr>
          <p:cNvGrpSpPr/>
          <p:nvPr/>
        </p:nvGrpSpPr>
        <p:grpSpPr>
          <a:xfrm>
            <a:off x="14850408" y="8741258"/>
            <a:ext cx="1044997" cy="232141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246A27A-67DC-88DA-7E99-BD8FCE878250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FC39FA9-B4BD-4E89-A253-2B70D7C57A89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2C60B1A-4FB5-D732-7157-61ADD0589F56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03F5C3A-DFAA-9131-14B4-9D7202F4B4E8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A802C14-EBFD-CFBE-99D8-49BC4D7368A9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154BE5B-2F05-FB6F-BC46-5131AC718568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E7C0A1-186C-5020-5AAB-5FD9CD026FA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34AE91A-7473-8E25-38F9-3A2AA525A583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0EBBFD31-ED7C-F4EB-19A8-CA6ACC06DD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E86FF6-FAF7-3EF9-D8F2-04E09C82B231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679B0A8-6FF4-A26E-10FE-E0A3D7EBEC95}"/>
              </a:ext>
            </a:extLst>
          </p:cNvPr>
          <p:cNvSpPr txBox="1">
            <a:spLocks/>
          </p:cNvSpPr>
          <p:nvPr/>
        </p:nvSpPr>
        <p:spPr>
          <a:xfrm>
            <a:off x="996008" y="8614741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/>
              <a:t>© Coforge, 2024 | Confidential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00ED6-EEAC-DB5E-E470-A91E6DD22703}"/>
              </a:ext>
            </a:extLst>
          </p:cNvPr>
          <p:cNvSpPr txBox="1">
            <a:spLocks/>
          </p:cNvSpPr>
          <p:nvPr/>
        </p:nvSpPr>
        <p:spPr>
          <a:xfrm>
            <a:off x="266955" y="8586165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/>
              <a:pPr algn="r"/>
              <a:t>‹#›</a:t>
            </a:fld>
            <a:endParaRPr lang="en-IN" sz="1867" b="1"/>
          </a:p>
        </p:txBody>
      </p:sp>
    </p:spTree>
    <p:extLst>
      <p:ext uri="{BB962C8B-B14F-4D97-AF65-F5344CB8AC3E}">
        <p14:creationId xmlns:p14="http://schemas.microsoft.com/office/powerpoint/2010/main" val="302323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4267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7" Type="http://schemas.openxmlformats.org/officeDocument/2006/relationships/image" Target="../media/image50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FACB78-28BF-ECD1-16B1-52B631927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500">
                <a:solidFill>
                  <a:schemeClr val="bg1"/>
                </a:solidFill>
                <a:latin typeface="Segoe UI"/>
                <a:cs typeface="Segoe UI"/>
              </a:rPr>
              <a:t>AI and Me: Transforming Work Through Intelligent Automation</a:t>
            </a:r>
            <a:endParaRPr lang="en-IN" sz="4500" b="0" err="1">
              <a:solidFill>
                <a:schemeClr val="bg1"/>
              </a:solidFill>
              <a:latin typeface="Segoe UI"/>
              <a:cs typeface="Segoe UI"/>
            </a:endParaRPr>
          </a:p>
          <a:p>
            <a:endParaRPr lang="en-IN">
              <a:ea typeface="Tahoma"/>
              <a:cs typeface="Tahoma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07AEB6EE-4939-563F-9D44-93AFEFB12120}"/>
              </a:ext>
            </a:extLst>
          </p:cNvPr>
          <p:cNvSpPr/>
          <p:nvPr/>
        </p:nvSpPr>
        <p:spPr>
          <a:xfrm>
            <a:off x="393647" y="7383685"/>
            <a:ext cx="8950547" cy="674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400">
                <a:solidFill>
                  <a:srgbClr val="F15B40"/>
                </a:solidFill>
                <a:latin typeface="Open Sans"/>
                <a:ea typeface="Open Sans"/>
                <a:cs typeface="Open Sans"/>
              </a:rPr>
              <a:t>Parsapu Kamal Raj | Analyst – Artificial Intelligence | Coforge</a:t>
            </a:r>
          </a:p>
        </p:txBody>
      </p:sp>
      <p:pic>
        <p:nvPicPr>
          <p:cNvPr id="5" name="Picture 4" descr="preencoded.png">
            <a:extLst>
              <a:ext uri="{FF2B5EF4-FFF2-40B4-BE49-F238E27FC236}">
                <a16:creationId xmlns:a16="http://schemas.microsoft.com/office/drawing/2014/main" id="{44DC3710-633A-65D5-8EC7-A18086EE6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913" y="-3960"/>
            <a:ext cx="5815105" cy="852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444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C8FFA3-4042-E4CD-9C26-F15C105FC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3A2ED0D9-0B23-A2EA-D870-76AA61904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73969" cy="8510953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0E591376-EB6C-E1A6-1873-78407AD2762A}"/>
              </a:ext>
            </a:extLst>
          </p:cNvPr>
          <p:cNvSpPr/>
          <p:nvPr/>
        </p:nvSpPr>
        <p:spPr>
          <a:xfrm>
            <a:off x="5840288" y="525862"/>
            <a:ext cx="10589989" cy="818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300"/>
              </a:lnSpc>
            </a:pPr>
            <a:r>
              <a:rPr lang="en-US" sz="3600" b="1">
                <a:solidFill>
                  <a:srgbClr val="002060"/>
                </a:solidFill>
                <a:latin typeface="Open Sans Bold"/>
                <a:ea typeface="Open Sans Bold"/>
                <a:cs typeface="Open Sans Bold"/>
              </a:rPr>
              <a:t>The Problem: Manual Call Analysis at Scale</a:t>
            </a:r>
            <a:endParaRPr lang="en-US" sz="3600">
              <a:solidFill>
                <a:srgbClr val="002060"/>
              </a:solidFill>
              <a:latin typeface="Open Sans Bold"/>
              <a:ea typeface="Open Sans Bold"/>
              <a:cs typeface="Open Sans Bold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97C8F80-DA1E-996E-3DE3-063AF8BCD792}"/>
              </a:ext>
            </a:extLst>
          </p:cNvPr>
          <p:cNvSpPr/>
          <p:nvPr/>
        </p:nvSpPr>
        <p:spPr>
          <a:xfrm>
            <a:off x="6371630" y="2185392"/>
            <a:ext cx="273784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ts val="2150"/>
              </a:lnSpc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14141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Time-Consuming Process</a:t>
            </a:r>
            <a:endParaRPr lang="en-US" sz="2000">
              <a:solidFill>
                <a:srgbClr val="141414"/>
              </a:solidFill>
              <a:ea typeface="Tahoma"/>
              <a:cs typeface="Tahoma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9AF21D4-24F1-433A-68C6-770355925BB8}"/>
              </a:ext>
            </a:extLst>
          </p:cNvPr>
          <p:cNvSpPr/>
          <p:nvPr/>
        </p:nvSpPr>
        <p:spPr>
          <a:xfrm>
            <a:off x="6371630" y="3276395"/>
            <a:ext cx="222623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ts val="2150"/>
              </a:lnSpc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141414"/>
                </a:solidFill>
                <a:latin typeface="Open Sans Bold"/>
                <a:ea typeface="Open Sans Bold"/>
                <a:cs typeface="Open Sans Bold"/>
              </a:rPr>
              <a:t>Inconsistent Results</a:t>
            </a:r>
            <a:endParaRPr lang="en-US" sz="2000">
              <a:solidFill>
                <a:srgbClr val="141414"/>
              </a:solidFill>
              <a:latin typeface="Open Sans Bold"/>
              <a:ea typeface="Open Sans Bold"/>
              <a:cs typeface="Open Sans Bold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74D7F818-6DB4-B058-4527-4CF19AB11CA9}"/>
              </a:ext>
            </a:extLst>
          </p:cNvPr>
          <p:cNvSpPr/>
          <p:nvPr/>
        </p:nvSpPr>
        <p:spPr>
          <a:xfrm>
            <a:off x="6371630" y="4397038"/>
            <a:ext cx="2205395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ts val="2150"/>
              </a:lnSpc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141414"/>
                </a:solidFill>
                <a:latin typeface="Open Sans Bold"/>
                <a:ea typeface="Open Sans Bold"/>
                <a:cs typeface="Open Sans Bold"/>
              </a:rPr>
              <a:t>Limited Scalability</a:t>
            </a:r>
            <a:endParaRPr lang="en-US" sz="2000">
              <a:solidFill>
                <a:srgbClr val="141414"/>
              </a:solidFill>
              <a:latin typeface="Open Sans Bold"/>
              <a:ea typeface="Open Sans Bold"/>
              <a:cs typeface="Open Sans Bold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24D80286-52B4-7EB8-AB7F-A0387A895125}"/>
              </a:ext>
            </a:extLst>
          </p:cNvPr>
          <p:cNvSpPr/>
          <p:nvPr/>
        </p:nvSpPr>
        <p:spPr>
          <a:xfrm>
            <a:off x="6371630" y="5502145"/>
            <a:ext cx="2205395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ts val="2150"/>
              </a:lnSpc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141414"/>
                </a:solidFill>
                <a:latin typeface="Open Sans Bold"/>
                <a:ea typeface="Open Sans Bold"/>
                <a:cs typeface="Open Sans Bold"/>
              </a:rPr>
              <a:t>Delayed Insights</a:t>
            </a:r>
            <a:endParaRPr lang="en-US" sz="2000">
              <a:solidFill>
                <a:srgbClr val="141414"/>
              </a:solidFill>
              <a:latin typeface="Open Sans Bold"/>
              <a:ea typeface="Open Sans Bold"/>
              <a:cs typeface="Open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3929366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7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>
            <a:extLst>
              <a:ext uri="{FF2B5EF4-FFF2-40B4-BE49-F238E27FC236}">
                <a16:creationId xmlns:a16="http://schemas.microsoft.com/office/drawing/2014/main" id="{9B166E74-2EFF-AD70-1985-FEBF6D6C3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24738" cy="2782347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5BCEBCDA-6C62-5F8E-7A4A-12E6BB2C3DD3}"/>
              </a:ext>
            </a:extLst>
          </p:cNvPr>
          <p:cNvSpPr/>
          <p:nvPr/>
        </p:nvSpPr>
        <p:spPr>
          <a:xfrm>
            <a:off x="704612" y="3111103"/>
            <a:ext cx="12653724" cy="629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950"/>
              </a:lnSpc>
              <a:buNone/>
            </a:pPr>
            <a:r>
              <a:rPr lang="en-US" sz="3950" b="1">
                <a:solidFill>
                  <a:srgbClr val="08234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The Solution: AI-Powered Conversational Analytics</a:t>
            </a:r>
            <a:endParaRPr lang="en-US" sz="395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83E5D4CD-3D03-6592-92C2-8C6DA6A6D804}"/>
              </a:ext>
            </a:extLst>
          </p:cNvPr>
          <p:cNvSpPr/>
          <p:nvPr/>
        </p:nvSpPr>
        <p:spPr>
          <a:xfrm>
            <a:off x="704612" y="4042053"/>
            <a:ext cx="201216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>
                <a:solidFill>
                  <a:srgbClr val="141414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01</a:t>
            </a:r>
            <a:endParaRPr lang="en-US">
              <a:solidFill>
                <a:srgbClr val="141414"/>
              </a:solidFill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68B36DE-7D9E-2954-A4E7-B55B758BEEA3}"/>
              </a:ext>
            </a:extLst>
          </p:cNvPr>
          <p:cNvSpPr/>
          <p:nvPr/>
        </p:nvSpPr>
        <p:spPr>
          <a:xfrm>
            <a:off x="704612" y="4507587"/>
            <a:ext cx="2516624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950" b="1">
                <a:solidFill>
                  <a:srgbClr val="14141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Live Capture</a:t>
            </a:r>
            <a:endParaRPr lang="en-US" sz="1950">
              <a:solidFill>
                <a:srgbClr val="141414"/>
              </a:solidFill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40B615D-1DB7-F3A0-C785-9295DAFB60F5}"/>
              </a:ext>
            </a:extLst>
          </p:cNvPr>
          <p:cNvSpPr/>
          <p:nvPr/>
        </p:nvSpPr>
        <p:spPr>
          <a:xfrm>
            <a:off x="704612" y="4942880"/>
            <a:ext cx="6509980" cy="64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1414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PJSUA SIP protocol captures real-time audio and signaling from customer conversations</a:t>
            </a:r>
            <a:endParaRPr lang="en-US" dirty="0">
              <a:solidFill>
                <a:srgbClr val="141414"/>
              </a:solidFill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F9B57ED-5B05-EB6A-5006-77BEAF57927C}"/>
              </a:ext>
            </a:extLst>
          </p:cNvPr>
          <p:cNvSpPr/>
          <p:nvPr/>
        </p:nvSpPr>
        <p:spPr>
          <a:xfrm>
            <a:off x="7415808" y="4042053"/>
            <a:ext cx="201216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>
                <a:solidFill>
                  <a:srgbClr val="141414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02</a:t>
            </a:r>
            <a:endParaRPr lang="en-US">
              <a:solidFill>
                <a:srgbClr val="141414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F2A2319-11A5-3AF5-C04B-39AD46FCA0B9}"/>
              </a:ext>
            </a:extLst>
          </p:cNvPr>
          <p:cNvSpPr/>
          <p:nvPr/>
        </p:nvSpPr>
        <p:spPr>
          <a:xfrm>
            <a:off x="7415808" y="4507587"/>
            <a:ext cx="2516624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950" b="1">
                <a:solidFill>
                  <a:srgbClr val="14141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Speech-to-Text</a:t>
            </a:r>
            <a:endParaRPr lang="en-US" sz="1950">
              <a:solidFill>
                <a:srgbClr val="141414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3119225-3404-1312-0A2C-B2A0E8473599}"/>
              </a:ext>
            </a:extLst>
          </p:cNvPr>
          <p:cNvSpPr/>
          <p:nvPr/>
        </p:nvSpPr>
        <p:spPr>
          <a:xfrm>
            <a:off x="7415808" y="4942880"/>
            <a:ext cx="6509980" cy="64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1414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Google Speech-to-Text API transcribes conversations with high accuracy</a:t>
            </a:r>
            <a:endParaRPr lang="en-US" dirty="0">
              <a:solidFill>
                <a:srgbClr val="141414"/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0945212-6BAA-74CC-DEAF-B6597F499810}"/>
              </a:ext>
            </a:extLst>
          </p:cNvPr>
          <p:cNvSpPr/>
          <p:nvPr/>
        </p:nvSpPr>
        <p:spPr>
          <a:xfrm>
            <a:off x="704612" y="5939195"/>
            <a:ext cx="201216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>
                <a:solidFill>
                  <a:srgbClr val="141414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03</a:t>
            </a:r>
            <a:endParaRPr lang="en-US">
              <a:solidFill>
                <a:srgbClr val="141414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ECA6F67-6725-7947-0491-E74E7EE87657}"/>
              </a:ext>
            </a:extLst>
          </p:cNvPr>
          <p:cNvSpPr/>
          <p:nvPr/>
        </p:nvSpPr>
        <p:spPr>
          <a:xfrm>
            <a:off x="704612" y="6404729"/>
            <a:ext cx="2516624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950" b="1">
                <a:solidFill>
                  <a:srgbClr val="14141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AI Summarization</a:t>
            </a:r>
            <a:endParaRPr lang="en-US" sz="1950">
              <a:solidFill>
                <a:srgbClr val="141414"/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83ECB87-AD2E-E63B-8128-26515444A6D4}"/>
              </a:ext>
            </a:extLst>
          </p:cNvPr>
          <p:cNvSpPr/>
          <p:nvPr/>
        </p:nvSpPr>
        <p:spPr>
          <a:xfrm>
            <a:off x="704612" y="6840022"/>
            <a:ext cx="6509980" cy="64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1414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GEMINI LLM generates intelligent summaries extracting key insights and action items</a:t>
            </a:r>
            <a:endParaRPr lang="en-US" dirty="0">
              <a:solidFill>
                <a:srgbClr val="141414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1AB8A58-B11E-2B5E-5ECB-03F44868E0CE}"/>
              </a:ext>
            </a:extLst>
          </p:cNvPr>
          <p:cNvSpPr/>
          <p:nvPr/>
        </p:nvSpPr>
        <p:spPr>
          <a:xfrm>
            <a:off x="7415808" y="5939195"/>
            <a:ext cx="201216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>
                <a:solidFill>
                  <a:srgbClr val="141414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04</a:t>
            </a:r>
            <a:endParaRPr lang="en-US">
              <a:solidFill>
                <a:srgbClr val="141414"/>
              </a:solidFill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515D696E-2617-043F-E8E8-8FDDDB036BDA}"/>
              </a:ext>
            </a:extLst>
          </p:cNvPr>
          <p:cNvSpPr/>
          <p:nvPr/>
        </p:nvSpPr>
        <p:spPr>
          <a:xfrm>
            <a:off x="7415808" y="6404729"/>
            <a:ext cx="2801898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950" b="1">
                <a:solidFill>
                  <a:srgbClr val="14141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Real-Time Dashboards</a:t>
            </a:r>
            <a:endParaRPr lang="en-US" sz="1950">
              <a:solidFill>
                <a:srgbClr val="141414"/>
              </a:solidFill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DEB664FD-F350-1E32-21EA-AC85ED8F268E}"/>
              </a:ext>
            </a:extLst>
          </p:cNvPr>
          <p:cNvSpPr/>
          <p:nvPr/>
        </p:nvSpPr>
        <p:spPr>
          <a:xfrm>
            <a:off x="7415808" y="6840022"/>
            <a:ext cx="6509980" cy="64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1414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BI visualizations enable immediate access to conversation analytics and trends</a:t>
            </a:r>
            <a:endParaRPr lang="en-US" dirty="0">
              <a:solidFill>
                <a:srgbClr val="1414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668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4531CA31-B6A3-94B5-D520-0A5A116EB272}"/>
              </a:ext>
            </a:extLst>
          </p:cNvPr>
          <p:cNvSpPr/>
          <p:nvPr/>
        </p:nvSpPr>
        <p:spPr>
          <a:xfrm>
            <a:off x="650248" y="423464"/>
            <a:ext cx="6180058" cy="443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50"/>
              </a:lnSpc>
              <a:buNone/>
            </a:pPr>
            <a:r>
              <a:rPr lang="en-US" sz="3600" b="1">
                <a:solidFill>
                  <a:srgbClr val="082340"/>
                </a:solidFill>
                <a:latin typeface="Open Sans Bold"/>
                <a:ea typeface="Open Sans Bold"/>
                <a:cs typeface="Open Sans Bold"/>
              </a:rPr>
              <a:t>Impact: Measurable Transformation</a:t>
            </a:r>
            <a:endParaRPr lang="en-US" sz="3600">
              <a:latin typeface="Open Sans Bold"/>
              <a:ea typeface="Open Sans Bold"/>
              <a:cs typeface="Open Sans Bold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DF2F601-581A-561F-51F3-FF6D6E1C352B}"/>
              </a:ext>
            </a:extLst>
          </p:cNvPr>
          <p:cNvSpPr/>
          <p:nvPr/>
        </p:nvSpPr>
        <p:spPr>
          <a:xfrm>
            <a:off x="1037851" y="1566373"/>
            <a:ext cx="4442698" cy="467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3550"/>
              </a:lnSpc>
              <a:buNone/>
            </a:pPr>
            <a:r>
              <a:rPr lang="en-US" sz="3550" b="1">
                <a:solidFill>
                  <a:srgbClr val="08234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85%</a:t>
            </a:r>
            <a:endParaRPr lang="en-US" sz="3550">
              <a:solidFill>
                <a:srgbClr val="082340"/>
              </a:solidFill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46B4A505-9678-851A-F347-A6793FA29EBE}"/>
              </a:ext>
            </a:extLst>
          </p:cNvPr>
          <p:cNvSpPr/>
          <p:nvPr/>
        </p:nvSpPr>
        <p:spPr>
          <a:xfrm>
            <a:off x="2264433" y="2189903"/>
            <a:ext cx="1989415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650"/>
              </a:lnSpc>
              <a:buNone/>
            </a:pPr>
            <a:r>
              <a:rPr lang="en-US" b="1">
                <a:solidFill>
                  <a:srgbClr val="082340"/>
                </a:solidFill>
                <a:latin typeface="Open Sans Bold"/>
                <a:ea typeface="Open Sans Bold"/>
                <a:cs typeface="Open Sans Bold"/>
              </a:rPr>
              <a:t>Accuracy Improvement</a:t>
            </a:r>
            <a:endParaRPr lang="en-US">
              <a:solidFill>
                <a:srgbClr val="082340"/>
              </a:solidFill>
              <a:latin typeface="Open Sans Bold"/>
              <a:ea typeface="Open Sans Bold"/>
              <a:cs typeface="Open Sans Bold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60E268B-E94D-6FCA-593C-80BFD7B4D400}"/>
              </a:ext>
            </a:extLst>
          </p:cNvPr>
          <p:cNvSpPr/>
          <p:nvPr/>
        </p:nvSpPr>
        <p:spPr>
          <a:xfrm>
            <a:off x="1037851" y="2486130"/>
            <a:ext cx="4442698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700"/>
              </a:lnSpc>
              <a:buNone/>
            </a:pPr>
            <a:r>
              <a:rPr lang="en-US" sz="1200">
                <a:solidFill>
                  <a:srgbClr val="082340"/>
                </a:solidFill>
                <a:latin typeface="Open Sans"/>
                <a:ea typeface="Open Sans"/>
                <a:cs typeface="Open Sans"/>
              </a:rPr>
              <a:t>Enhanced consistency in conversation analysis and insight extraction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B9A92F2-03B3-AF09-325C-EE25A01DC118}"/>
              </a:ext>
            </a:extLst>
          </p:cNvPr>
          <p:cNvSpPr/>
          <p:nvPr/>
        </p:nvSpPr>
        <p:spPr>
          <a:xfrm>
            <a:off x="5651880" y="1566373"/>
            <a:ext cx="4442817" cy="467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3550"/>
              </a:lnSpc>
              <a:buNone/>
            </a:pPr>
            <a:r>
              <a:rPr lang="en-US" sz="3550" b="1">
                <a:solidFill>
                  <a:srgbClr val="08234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70%</a:t>
            </a:r>
            <a:endParaRPr lang="en-US" sz="3550">
              <a:solidFill>
                <a:srgbClr val="082340"/>
              </a:solidFill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59AE8D8-AD72-C007-47BA-64F97514FFF7}"/>
              </a:ext>
            </a:extLst>
          </p:cNvPr>
          <p:cNvSpPr/>
          <p:nvPr/>
        </p:nvSpPr>
        <p:spPr>
          <a:xfrm>
            <a:off x="7016574" y="2189903"/>
            <a:ext cx="1713428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650"/>
              </a:lnSpc>
              <a:buNone/>
            </a:pPr>
            <a:r>
              <a:rPr lang="en-US" b="1">
                <a:solidFill>
                  <a:srgbClr val="082340"/>
                </a:solidFill>
                <a:latin typeface="Open Sans Bold"/>
                <a:ea typeface="Open Sans Bold"/>
                <a:cs typeface="Open Sans Bold"/>
              </a:rPr>
              <a:t>Time Saved</a:t>
            </a:r>
            <a:endParaRPr lang="en-US">
              <a:solidFill>
                <a:srgbClr val="082340"/>
              </a:solidFill>
              <a:latin typeface="Open Sans Bold"/>
              <a:ea typeface="Open Sans Bold"/>
              <a:cs typeface="Open Sans Bold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C996F60-4CD5-8916-C8B7-88A6458EFCC2}"/>
              </a:ext>
            </a:extLst>
          </p:cNvPr>
          <p:cNvSpPr/>
          <p:nvPr/>
        </p:nvSpPr>
        <p:spPr>
          <a:xfrm>
            <a:off x="5651880" y="2486130"/>
            <a:ext cx="4442817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700"/>
              </a:lnSpc>
              <a:buNone/>
            </a:pPr>
            <a:r>
              <a:rPr lang="en-US" sz="1050">
                <a:solidFill>
                  <a:srgbClr val="0823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 call analysis reduced from hours to seconds</a:t>
            </a:r>
            <a:endParaRPr lang="en-US" sz="1050">
              <a:solidFill>
                <a:srgbClr val="082340"/>
              </a:solidFill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25876B3-50BF-DFA0-6BDB-20DE9188D7FA}"/>
              </a:ext>
            </a:extLst>
          </p:cNvPr>
          <p:cNvSpPr/>
          <p:nvPr/>
        </p:nvSpPr>
        <p:spPr>
          <a:xfrm>
            <a:off x="10266027" y="1566373"/>
            <a:ext cx="4442698" cy="467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3550"/>
              </a:lnSpc>
              <a:buNone/>
            </a:pPr>
            <a:r>
              <a:rPr lang="en-US" sz="3550" b="1">
                <a:solidFill>
                  <a:srgbClr val="082340"/>
                </a:solidFill>
                <a:latin typeface="Open Sans Bold"/>
                <a:ea typeface="Open Sans Bold"/>
                <a:cs typeface="Open Sans Bold"/>
              </a:rPr>
              <a:t>30sec</a:t>
            </a:r>
            <a:endParaRPr lang="en-US" sz="3550">
              <a:solidFill>
                <a:srgbClr val="082340"/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CB7510F-E8B0-7F44-3798-8667E50C5C61}"/>
              </a:ext>
            </a:extLst>
          </p:cNvPr>
          <p:cNvSpPr/>
          <p:nvPr/>
        </p:nvSpPr>
        <p:spPr>
          <a:xfrm>
            <a:off x="11630603" y="2189903"/>
            <a:ext cx="1713428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650"/>
              </a:lnSpc>
              <a:buNone/>
            </a:pPr>
            <a:r>
              <a:rPr lang="en-US" b="1">
                <a:solidFill>
                  <a:srgbClr val="082340"/>
                </a:solidFill>
                <a:latin typeface="Open Sans Bold"/>
                <a:ea typeface="Open Sans Bold"/>
                <a:cs typeface="Open Sans Bold"/>
              </a:rPr>
              <a:t>Fast Processing</a:t>
            </a:r>
            <a:endParaRPr lang="en-US">
              <a:solidFill>
                <a:srgbClr val="082340"/>
              </a:solidFill>
              <a:latin typeface="Open Sans Bold"/>
              <a:ea typeface="Open Sans Bold"/>
              <a:cs typeface="Open Sans Bold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44EF5F0-D167-E498-38D9-CF419E5A7BD6}"/>
              </a:ext>
            </a:extLst>
          </p:cNvPr>
          <p:cNvSpPr/>
          <p:nvPr/>
        </p:nvSpPr>
        <p:spPr>
          <a:xfrm>
            <a:off x="10266027" y="2486130"/>
            <a:ext cx="4442698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700"/>
              </a:lnSpc>
              <a:buNone/>
            </a:pPr>
            <a:r>
              <a:rPr lang="en-US" sz="1050">
                <a:solidFill>
                  <a:srgbClr val="0823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 conversations summarized in real-time</a:t>
            </a:r>
            <a:endParaRPr lang="en-US" sz="1050">
              <a:solidFill>
                <a:srgbClr val="082340"/>
              </a:solidFill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1242174B-951B-CABA-F17A-71236F25CC51}"/>
              </a:ext>
            </a:extLst>
          </p:cNvPr>
          <p:cNvSpPr/>
          <p:nvPr/>
        </p:nvSpPr>
        <p:spPr>
          <a:xfrm>
            <a:off x="2369379" y="4119230"/>
            <a:ext cx="5246979" cy="428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00"/>
              </a:lnSpc>
              <a:buNone/>
            </a:pPr>
            <a:r>
              <a:rPr lang="en-US" sz="2800" b="1">
                <a:solidFill>
                  <a:srgbClr val="082340"/>
                </a:solidFill>
                <a:latin typeface="Open Sans Bold"/>
                <a:ea typeface="Open Sans Bold"/>
                <a:cs typeface="Open Sans Bold"/>
              </a:rPr>
              <a:t>Automation Benefits</a:t>
            </a:r>
            <a:endParaRPr lang="en-US" sz="2800">
              <a:latin typeface="Open Sans Bold"/>
              <a:ea typeface="Open Sans Bold"/>
              <a:cs typeface="Open Sans Bold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AE4CC03-8483-4A89-8627-5076117B2128}"/>
              </a:ext>
            </a:extLst>
          </p:cNvPr>
          <p:cNvSpPr/>
          <p:nvPr/>
        </p:nvSpPr>
        <p:spPr>
          <a:xfrm>
            <a:off x="2369379" y="5179885"/>
            <a:ext cx="5480393" cy="234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2000">
                <a:solidFill>
                  <a:srgbClr val="002060"/>
                </a:solidFill>
                <a:latin typeface="Open Sans"/>
                <a:ea typeface="Open Sans"/>
                <a:cs typeface="Open Sans"/>
              </a:rPr>
              <a:t>Sentiment and intent tagging</a:t>
            </a: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1D81CAF1-4440-775D-1271-E04FE5F7F0AB}"/>
              </a:ext>
            </a:extLst>
          </p:cNvPr>
          <p:cNvSpPr/>
          <p:nvPr/>
        </p:nvSpPr>
        <p:spPr>
          <a:xfrm>
            <a:off x="2386599" y="4764761"/>
            <a:ext cx="6108540" cy="191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2000">
                <a:solidFill>
                  <a:srgbClr val="002060"/>
                </a:solidFill>
                <a:latin typeface="Open Sans"/>
                <a:ea typeface="Open Sans"/>
                <a:cs typeface="Open Sans"/>
              </a:rPr>
              <a:t>Pattern recognition across calls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474E3278-EF84-0D49-2721-10D13CD7B8CB}"/>
              </a:ext>
            </a:extLst>
          </p:cNvPr>
          <p:cNvSpPr/>
          <p:nvPr/>
        </p:nvSpPr>
        <p:spPr>
          <a:xfrm>
            <a:off x="2384883" y="5589966"/>
            <a:ext cx="5042732" cy="844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2000">
                <a:solidFill>
                  <a:srgbClr val="002060"/>
                </a:solidFill>
                <a:latin typeface="Open Sans"/>
                <a:ea typeface="Open Sans"/>
                <a:cs typeface="Open Sans"/>
              </a:rPr>
              <a:t>Proactive issue identification</a:t>
            </a: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09DD34F9-0652-E994-2B8A-09D8A235C207}"/>
              </a:ext>
            </a:extLst>
          </p:cNvPr>
          <p:cNvSpPr/>
          <p:nvPr/>
        </p:nvSpPr>
        <p:spPr>
          <a:xfrm>
            <a:off x="2369379" y="6012065"/>
            <a:ext cx="6418240" cy="547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2000">
                <a:solidFill>
                  <a:srgbClr val="002060"/>
                </a:solidFill>
                <a:latin typeface="Open Sans"/>
                <a:ea typeface="Open Sans"/>
                <a:cs typeface="Open Sans"/>
              </a:rPr>
              <a:t>Enhanced agent productivity</a:t>
            </a:r>
          </a:p>
        </p:txBody>
      </p:sp>
      <p:pic>
        <p:nvPicPr>
          <p:cNvPr id="19" name="Image 0">
            <a:extLst>
              <a:ext uri="{FF2B5EF4-FFF2-40B4-BE49-F238E27FC236}">
                <a16:creationId xmlns:a16="http://schemas.microsoft.com/office/drawing/2014/main" id="{78838921-6823-55CE-D0EF-AB96BA09E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7763" y="3199881"/>
            <a:ext cx="5071926" cy="513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924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490EA46F-3288-7085-5053-436477E09B7A}"/>
              </a:ext>
            </a:extLst>
          </p:cNvPr>
          <p:cNvSpPr/>
          <p:nvPr/>
        </p:nvSpPr>
        <p:spPr>
          <a:xfrm>
            <a:off x="297659" y="341672"/>
            <a:ext cx="77990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82340"/>
                </a:solidFill>
                <a:latin typeface="Open Sans Bold"/>
                <a:ea typeface="Open Sans Bold"/>
                <a:cs typeface="Open Sans Bold"/>
              </a:rPr>
              <a:t>Scalability: Beyond Banking</a:t>
            </a:r>
            <a:endParaRPr lang="en-US" sz="4450" dirty="0">
              <a:latin typeface="Tahoma"/>
              <a:ea typeface="Tahoma"/>
              <a:cs typeface="Tahoma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D67E9BC-16F5-C9F8-DA1C-C47B07563C9C}"/>
              </a:ext>
            </a:extLst>
          </p:cNvPr>
          <p:cNvSpPr/>
          <p:nvPr/>
        </p:nvSpPr>
        <p:spPr>
          <a:xfrm>
            <a:off x="297659" y="1504080"/>
            <a:ext cx="14527744" cy="1304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400">
                <a:solidFill>
                  <a:srgbClr val="141414"/>
                </a:solidFill>
                <a:latin typeface="Open Sans"/>
                <a:ea typeface="Open Sans"/>
                <a:cs typeface="Open Sans"/>
              </a:rPr>
              <a:t>Once fully deployed, this solution transforms customer service across industries where real-time conversation intelligence is critical: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587C325-A61D-B75B-FD00-CD7038219EA9}"/>
              </a:ext>
            </a:extLst>
          </p:cNvPr>
          <p:cNvSpPr/>
          <p:nvPr/>
        </p:nvSpPr>
        <p:spPr>
          <a:xfrm>
            <a:off x="468205" y="41382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400" b="1">
                <a:solidFill>
                  <a:srgbClr val="14141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Airlines</a:t>
            </a:r>
            <a:endParaRPr lang="en-US" sz="2400">
              <a:solidFill>
                <a:srgbClr val="141414"/>
              </a:solidFill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0681417-B98A-5D5E-AB8B-9A949345767C}"/>
              </a:ext>
            </a:extLst>
          </p:cNvPr>
          <p:cNvSpPr/>
          <p:nvPr/>
        </p:nvSpPr>
        <p:spPr>
          <a:xfrm>
            <a:off x="468205" y="462864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>
                <a:solidFill>
                  <a:srgbClr val="1414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flight inquiries, complaint resolution, and booking assistance with automated sentiment tracking</a:t>
            </a:r>
            <a:endParaRPr lang="en-US">
              <a:solidFill>
                <a:srgbClr val="141414"/>
              </a:solidFill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4DF2422-8D91-A163-710C-1CDF37FD3D41}"/>
              </a:ext>
            </a:extLst>
          </p:cNvPr>
          <p:cNvSpPr/>
          <p:nvPr/>
        </p:nvSpPr>
        <p:spPr>
          <a:xfrm>
            <a:off x="5716521" y="41382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400" b="1">
                <a:solidFill>
                  <a:srgbClr val="14141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Hotel Chains</a:t>
            </a:r>
            <a:endParaRPr lang="en-US" sz="2400">
              <a:solidFill>
                <a:srgbClr val="141414"/>
              </a:solidFill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6EF1389-A17D-5C4F-DBA2-8BF5EC9ED7E0}"/>
              </a:ext>
            </a:extLst>
          </p:cNvPr>
          <p:cNvSpPr/>
          <p:nvPr/>
        </p:nvSpPr>
        <p:spPr>
          <a:xfrm>
            <a:off x="5716521" y="462864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>
                <a:solidFill>
                  <a:srgbClr val="1414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Guest request management, service quality monitoring, and personalized experience enhancement</a:t>
            </a:r>
            <a:endParaRPr lang="en-US">
              <a:solidFill>
                <a:srgbClr val="141414"/>
              </a:solidFill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3F66C4D-6FEF-DABD-5777-5BF7DF611E50}"/>
              </a:ext>
            </a:extLst>
          </p:cNvPr>
          <p:cNvSpPr/>
          <p:nvPr/>
        </p:nvSpPr>
        <p:spPr>
          <a:xfrm>
            <a:off x="11243910" y="40762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400" b="1">
                <a:solidFill>
                  <a:srgbClr val="14141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E-Commerce</a:t>
            </a:r>
            <a:endParaRPr lang="en-US" sz="2400">
              <a:solidFill>
                <a:srgbClr val="141414"/>
              </a:solidFill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3B9441AF-B2D2-E789-A509-A645CEBD1811}"/>
              </a:ext>
            </a:extLst>
          </p:cNvPr>
          <p:cNvSpPr/>
          <p:nvPr/>
        </p:nvSpPr>
        <p:spPr>
          <a:xfrm>
            <a:off x="11243910" y="4566629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>
                <a:solidFill>
                  <a:srgbClr val="1414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Order inquiries, return processing, and product recommendations with instant insight generation</a:t>
            </a:r>
            <a:endParaRPr lang="en-US">
              <a:solidFill>
                <a:srgbClr val="1414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578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DAA3A7D1-7A99-4898-27EE-2318B21D1782}"/>
              </a:ext>
            </a:extLst>
          </p:cNvPr>
          <p:cNvSpPr/>
          <p:nvPr/>
        </p:nvSpPr>
        <p:spPr>
          <a:xfrm>
            <a:off x="793790" y="885825"/>
            <a:ext cx="106001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08234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Other AI Initiatives: Driving Efficiency</a:t>
            </a:r>
            <a:endParaRPr lang="en-US" sz="4450"/>
          </a:p>
        </p:txBody>
      </p:sp>
      <p:pic>
        <p:nvPicPr>
          <p:cNvPr id="7" name="Image 0">
            <a:extLst>
              <a:ext uri="{FF2B5EF4-FFF2-40B4-BE49-F238E27FC236}">
                <a16:creationId xmlns:a16="http://schemas.microsoft.com/office/drawing/2014/main" id="{981B9C35-9449-0525-7312-EFBF73B7E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2469713"/>
            <a:ext cx="306110" cy="306110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9085A2B9-77DD-66AB-9603-F54BAA76A0F0}"/>
              </a:ext>
            </a:extLst>
          </p:cNvPr>
          <p:cNvSpPr/>
          <p:nvPr/>
        </p:nvSpPr>
        <p:spPr>
          <a:xfrm>
            <a:off x="1028224" y="31899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Sammons GenAI</a:t>
            </a:r>
            <a:endParaRPr lang="en-US" sz="220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927A3DCE-9FBA-9A3B-0F89-0D9A82BE76DB}"/>
              </a:ext>
            </a:extLst>
          </p:cNvPr>
          <p:cNvSpPr/>
          <p:nvPr/>
        </p:nvSpPr>
        <p:spPr>
          <a:xfrm>
            <a:off x="1028224" y="368034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85% faster</a:t>
            </a:r>
            <a:r>
              <a:rPr lang="en-US" sz="175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error log classification using ML + LLM for rapid triage</a:t>
            </a:r>
            <a:endParaRPr lang="en-US" sz="175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DA9AFE00-8FE8-0A0C-5F32-5DB1035FBD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562" y="2469713"/>
            <a:ext cx="306110" cy="306110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9FA9B12A-09E7-0AAE-989E-0CF5108F8BF6}"/>
              </a:ext>
            </a:extLst>
          </p:cNvPr>
          <p:cNvSpPr/>
          <p:nvPr/>
        </p:nvSpPr>
        <p:spPr>
          <a:xfrm>
            <a:off x="5451396" y="31899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RegEd GenAI Suite</a:t>
            </a:r>
            <a:endParaRPr lang="en-US" sz="220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2CF577CB-B1B2-EDAB-6DE4-B9204D1CF9C5}"/>
              </a:ext>
            </a:extLst>
          </p:cNvPr>
          <p:cNvSpPr/>
          <p:nvPr/>
        </p:nvSpPr>
        <p:spPr>
          <a:xfrm>
            <a:off x="5451396" y="368034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70% reduction</a:t>
            </a:r>
            <a:r>
              <a:rPr lang="en-US" sz="175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onboarding time via RAG-based developer chatbots</a:t>
            </a:r>
            <a:endParaRPr lang="en-US" sz="1750"/>
          </a:p>
        </p:txBody>
      </p:sp>
      <p:pic>
        <p:nvPicPr>
          <p:cNvPr id="19" name="Image 2">
            <a:extLst>
              <a:ext uri="{FF2B5EF4-FFF2-40B4-BE49-F238E27FC236}">
                <a16:creationId xmlns:a16="http://schemas.microsoft.com/office/drawing/2014/main" id="{074DDBC5-E59D-A0F3-5333-60A8C5F60A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61734" y="2469713"/>
            <a:ext cx="306110" cy="306110"/>
          </a:xfrm>
          <a:prstGeom prst="rect">
            <a:avLst/>
          </a:prstGeom>
        </p:spPr>
      </p:pic>
      <p:sp>
        <p:nvSpPr>
          <p:cNvPr id="21" name="Text 11">
            <a:extLst>
              <a:ext uri="{FF2B5EF4-FFF2-40B4-BE49-F238E27FC236}">
                <a16:creationId xmlns:a16="http://schemas.microsoft.com/office/drawing/2014/main" id="{3D25B416-797B-C2DB-30D0-0DD2C02A16FD}"/>
              </a:ext>
            </a:extLst>
          </p:cNvPr>
          <p:cNvSpPr/>
          <p:nvPr/>
        </p:nvSpPr>
        <p:spPr>
          <a:xfrm>
            <a:off x="9874568" y="31899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DTCC Hackathon</a:t>
            </a:r>
            <a:endParaRPr lang="en-US" sz="220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F14EDE87-BBDD-E204-A619-F2E972F01160}"/>
              </a:ext>
            </a:extLst>
          </p:cNvPr>
          <p:cNvSpPr/>
          <p:nvPr/>
        </p:nvSpPr>
        <p:spPr>
          <a:xfrm>
            <a:off x="9874568" y="368034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Financial event classification using Claude for automated compliance</a:t>
            </a:r>
            <a:endParaRPr lang="en-US" sz="175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53CF67E2-F2F1-E370-AF3F-637B2882954D}"/>
              </a:ext>
            </a:extLst>
          </p:cNvPr>
          <p:cNvSpPr/>
          <p:nvPr/>
        </p:nvSpPr>
        <p:spPr>
          <a:xfrm>
            <a:off x="1051084" y="5153025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14141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Environmental Impact Assessment</a:t>
            </a:r>
            <a:endParaRPr lang="en-US" sz="2200">
              <a:solidFill>
                <a:srgbClr val="141414"/>
              </a:solidFill>
            </a:endParaRP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437C2E07-35B0-27BD-8285-7C848CDB21D0}"/>
              </a:ext>
            </a:extLst>
          </p:cNvPr>
          <p:cNvSpPr/>
          <p:nvPr/>
        </p:nvSpPr>
        <p:spPr>
          <a:xfrm>
            <a:off x="1051084" y="5997773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1414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50% faster</a:t>
            </a:r>
            <a:r>
              <a:rPr lang="en-US" sz="1750">
                <a:solidFill>
                  <a:srgbClr val="1414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compliance reporting from unstructured documents using AI extraction</a:t>
            </a:r>
            <a:endParaRPr lang="en-US" sz="1750">
              <a:solidFill>
                <a:srgbClr val="141414"/>
              </a:solidFill>
            </a:endParaRPr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EDA86B3C-3F6A-6DE5-5D14-F0DCB99AD27E}"/>
              </a:ext>
            </a:extLst>
          </p:cNvPr>
          <p:cNvSpPr/>
          <p:nvPr/>
        </p:nvSpPr>
        <p:spPr>
          <a:xfrm>
            <a:off x="5474256" y="5153025"/>
            <a:ext cx="35190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14141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Formula Conversion Tool</a:t>
            </a:r>
            <a:endParaRPr lang="en-US" sz="2200">
              <a:solidFill>
                <a:srgbClr val="141414"/>
              </a:solidFill>
            </a:endParaRPr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9A6B1F2B-6BB4-EC46-DCB5-D207B5EB9F9F}"/>
              </a:ext>
            </a:extLst>
          </p:cNvPr>
          <p:cNvSpPr/>
          <p:nvPr/>
        </p:nvSpPr>
        <p:spPr>
          <a:xfrm>
            <a:off x="5474256" y="5643443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1414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80% time saved</a:t>
            </a:r>
            <a:r>
              <a:rPr lang="en-US" sz="1750">
                <a:solidFill>
                  <a:srgbClr val="1414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converting Tableau formulas to Power BI DAX using LangChain</a:t>
            </a:r>
            <a:endParaRPr lang="en-US" sz="1750">
              <a:solidFill>
                <a:srgbClr val="141414"/>
              </a:solidFill>
            </a:endParaRPr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EE99A6AC-C8EB-B435-D2FB-7AEC882246D3}"/>
              </a:ext>
            </a:extLst>
          </p:cNvPr>
          <p:cNvSpPr/>
          <p:nvPr/>
        </p:nvSpPr>
        <p:spPr>
          <a:xfrm>
            <a:off x="9897427" y="5153025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14141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Google Hackathon – Cement Optimization</a:t>
            </a:r>
            <a:endParaRPr lang="en-US" sz="2200">
              <a:solidFill>
                <a:srgbClr val="141414"/>
              </a:solidFill>
            </a:endParaRPr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A5650037-882D-E89A-D3BC-13A6BF0F2384}"/>
              </a:ext>
            </a:extLst>
          </p:cNvPr>
          <p:cNvSpPr/>
          <p:nvPr/>
        </p:nvSpPr>
        <p:spPr>
          <a:xfrm>
            <a:off x="9897427" y="5997773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1414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Agent-based logic for industrial process refinement and efficiency gains</a:t>
            </a:r>
            <a:endParaRPr lang="en-US" sz="1750">
              <a:solidFill>
                <a:srgbClr val="1414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944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1" grpId="0" animBg="1"/>
      <p:bldP spid="15" grpId="0" animBg="1"/>
      <p:bldP spid="17" grpId="0" animBg="1"/>
      <p:bldP spid="21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33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BD46749-6554-CF43-3A18-991372FD159F}"/>
              </a:ext>
            </a:extLst>
          </p:cNvPr>
          <p:cNvSpPr/>
          <p:nvPr/>
        </p:nvSpPr>
        <p:spPr>
          <a:xfrm>
            <a:off x="706993" y="582335"/>
            <a:ext cx="8350568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950"/>
              </a:lnSpc>
              <a:buNone/>
            </a:pPr>
            <a:r>
              <a:rPr lang="en-US" sz="3950" b="1">
                <a:solidFill>
                  <a:srgbClr val="08234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Impact on My Work and Learning</a:t>
            </a:r>
            <a:endParaRPr lang="en-US" sz="395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75E5ACB3-B99C-E2B4-130C-D68E7A20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93" y="1743789"/>
            <a:ext cx="5676186" cy="5676186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1B8A18C1-71BA-0F02-9B5B-7EAEA91A0391}"/>
              </a:ext>
            </a:extLst>
          </p:cNvPr>
          <p:cNvSpPr/>
          <p:nvPr/>
        </p:nvSpPr>
        <p:spPr>
          <a:xfrm>
            <a:off x="6883718" y="1718548"/>
            <a:ext cx="3030141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50"/>
              </a:lnSpc>
              <a:buNone/>
            </a:pPr>
            <a:r>
              <a:rPr lang="en-US" sz="2350" b="1">
                <a:solidFill>
                  <a:srgbClr val="08234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Technical Growth</a:t>
            </a:r>
            <a:endParaRPr lang="en-US" sz="235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9C73268-0CAC-A5E4-D6AF-1B09DB50D6E0}"/>
              </a:ext>
            </a:extLst>
          </p:cNvPr>
          <p:cNvSpPr/>
          <p:nvPr/>
        </p:nvSpPr>
        <p:spPr>
          <a:xfrm>
            <a:off x="6883718" y="2299216"/>
            <a:ext cx="7047190" cy="129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1414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journey fundamentally changed my approach to problem-solving. I learned to integrate networking protocols with AI systems and gained hands-on experience with speech models, LLMs, and real-time data pipelines.</a:t>
            </a:r>
            <a:endParaRPr lang="en-US" sz="1550">
              <a:solidFill>
                <a:srgbClr val="141414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4C222001-7E5D-DD0F-1D57-6E492BFD4C71}"/>
              </a:ext>
            </a:extLst>
          </p:cNvPr>
          <p:cNvSpPr/>
          <p:nvPr/>
        </p:nvSpPr>
        <p:spPr>
          <a:xfrm>
            <a:off x="6883718" y="3794165"/>
            <a:ext cx="3030141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50"/>
              </a:lnSpc>
              <a:buNone/>
            </a:pPr>
            <a:r>
              <a:rPr lang="en-US" sz="2350" b="1">
                <a:solidFill>
                  <a:srgbClr val="08234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Collaboration Skills</a:t>
            </a:r>
            <a:endParaRPr lang="en-US" sz="235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3285910F-25C2-85F7-26EB-5F60644C94A6}"/>
              </a:ext>
            </a:extLst>
          </p:cNvPr>
          <p:cNvSpPr/>
          <p:nvPr/>
        </p:nvSpPr>
        <p:spPr>
          <a:xfrm>
            <a:off x="6883718" y="4374832"/>
            <a:ext cx="7047190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1414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Working across DevOps, business, and ML teams enhanced my understanding of deployment strategies and measuring real-world impact.</a:t>
            </a:r>
            <a:endParaRPr lang="en-US" sz="1550">
              <a:solidFill>
                <a:srgbClr val="141414"/>
              </a:solidFill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A4A272D-AC00-1E64-E276-1F39C732A1F4}"/>
              </a:ext>
            </a:extLst>
          </p:cNvPr>
          <p:cNvSpPr/>
          <p:nvPr/>
        </p:nvSpPr>
        <p:spPr>
          <a:xfrm>
            <a:off x="6883718" y="5223272"/>
            <a:ext cx="3030141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50"/>
              </a:lnSpc>
              <a:buNone/>
            </a:pPr>
            <a:r>
              <a:rPr lang="en-US" sz="2350" b="1">
                <a:solidFill>
                  <a:srgbClr val="08234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New Capabilities</a:t>
            </a:r>
            <a:endParaRPr lang="en-US" sz="235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29D92D4-396D-63FF-0E3D-BF6C22124911}"/>
              </a:ext>
            </a:extLst>
          </p:cNvPr>
          <p:cNvSpPr/>
          <p:nvPr/>
        </p:nvSpPr>
        <p:spPr>
          <a:xfrm>
            <a:off x="6883718" y="5803940"/>
            <a:ext cx="704719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>
                <a:solidFill>
                  <a:srgbClr val="1414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Prompt engineering and LLM optimization</a:t>
            </a:r>
            <a:endParaRPr lang="en-US" sz="1550">
              <a:solidFill>
                <a:srgbClr val="141414"/>
              </a:solidFill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61D2D17-FEDB-06D8-29A7-4B7C759EAA1F}"/>
              </a:ext>
            </a:extLst>
          </p:cNvPr>
          <p:cNvSpPr/>
          <p:nvPr/>
        </p:nvSpPr>
        <p:spPr>
          <a:xfrm>
            <a:off x="6883718" y="6197798"/>
            <a:ext cx="704719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>
                <a:solidFill>
                  <a:srgbClr val="1414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RAG pipeline architecture</a:t>
            </a:r>
            <a:endParaRPr lang="en-US" sz="1550">
              <a:solidFill>
                <a:srgbClr val="141414"/>
              </a:solidFill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2B492F5F-80FF-3729-5C49-5FF17CED21EF}"/>
              </a:ext>
            </a:extLst>
          </p:cNvPr>
          <p:cNvSpPr/>
          <p:nvPr/>
        </p:nvSpPr>
        <p:spPr>
          <a:xfrm>
            <a:off x="6883718" y="6591657"/>
            <a:ext cx="704719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>
                <a:solidFill>
                  <a:srgbClr val="1414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speech processing</a:t>
            </a:r>
            <a:endParaRPr lang="en-US" sz="1550">
              <a:solidFill>
                <a:srgbClr val="141414"/>
              </a:solidFill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5E4145B0-DD2E-DE13-59C5-AFDD4CE4F445}"/>
              </a:ext>
            </a:extLst>
          </p:cNvPr>
          <p:cNvSpPr/>
          <p:nvPr/>
        </p:nvSpPr>
        <p:spPr>
          <a:xfrm>
            <a:off x="6883718" y="6985516"/>
            <a:ext cx="704719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>
                <a:solidFill>
                  <a:srgbClr val="1414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Cross-functional stakeholder management</a:t>
            </a:r>
            <a:endParaRPr lang="en-US" sz="1550">
              <a:solidFill>
                <a:srgbClr val="1414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32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>
            <a:extLst>
              <a:ext uri="{FF2B5EF4-FFF2-40B4-BE49-F238E27FC236}">
                <a16:creationId xmlns:a16="http://schemas.microsoft.com/office/drawing/2014/main" id="{A1124C03-0CFE-7B25-0DA8-D9AFE52AE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58338" cy="8481597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C677F2AD-A76F-7826-1577-6BA1597872EB}"/>
              </a:ext>
            </a:extLst>
          </p:cNvPr>
          <p:cNvSpPr/>
          <p:nvPr/>
        </p:nvSpPr>
        <p:spPr>
          <a:xfrm>
            <a:off x="6196965" y="558284"/>
            <a:ext cx="8832654" cy="1174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950"/>
              </a:lnSpc>
            </a:pPr>
            <a:r>
              <a:rPr lang="en-US" sz="3950" b="1">
                <a:solidFill>
                  <a:srgbClr val="082340"/>
                </a:solidFill>
                <a:latin typeface="Open Sans Bold"/>
                <a:ea typeface="Open Sans Bold"/>
                <a:cs typeface="Open Sans Bold"/>
              </a:rPr>
              <a:t>Future Outlook : The Road Ahead</a:t>
            </a:r>
            <a:endParaRPr lang="en-US" sz="3950">
              <a:latin typeface="Open Sans Bold"/>
              <a:ea typeface="Open Sans Bold"/>
              <a:cs typeface="Open Sans Bold"/>
            </a:endParaRPr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0124201C-B15E-7FEF-9FE2-A8ABDB339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965" y="2131457"/>
            <a:ext cx="1015008" cy="1494473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444D46D6-54C5-DDA4-401D-61A35D686AEF}"/>
              </a:ext>
            </a:extLst>
          </p:cNvPr>
          <p:cNvSpPr/>
          <p:nvPr/>
        </p:nvSpPr>
        <p:spPr>
          <a:xfrm>
            <a:off x="7414974" y="2334458"/>
            <a:ext cx="2537698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950" b="1">
                <a:solidFill>
                  <a:srgbClr val="14141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Multimodal AI</a:t>
            </a:r>
            <a:endParaRPr lang="en-US" sz="1950">
              <a:solidFill>
                <a:srgbClr val="141414"/>
              </a:solidFill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3CE1A932-8C68-33D9-AF86-8B2F044EF434}"/>
              </a:ext>
            </a:extLst>
          </p:cNvPr>
          <p:cNvSpPr/>
          <p:nvPr/>
        </p:nvSpPr>
        <p:spPr>
          <a:xfrm>
            <a:off x="7414974" y="2773323"/>
            <a:ext cx="6504861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1550">
                <a:solidFill>
                  <a:srgbClr val="1414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Analyzing voice, text, and emotion together for deeper customer insights</a:t>
            </a:r>
            <a:endParaRPr lang="en-US" sz="1550">
              <a:solidFill>
                <a:srgbClr val="141414"/>
              </a:solidFill>
            </a:endParaRPr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E7EBC1D7-8741-8FFA-8098-CABFFDC849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965" y="3625929"/>
            <a:ext cx="1015008" cy="1494473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88E3892F-8D78-3A64-E484-C4C818712F4D}"/>
              </a:ext>
            </a:extLst>
          </p:cNvPr>
          <p:cNvSpPr/>
          <p:nvPr/>
        </p:nvSpPr>
        <p:spPr>
          <a:xfrm>
            <a:off x="7414974" y="3828931"/>
            <a:ext cx="2540437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950" b="1">
                <a:solidFill>
                  <a:srgbClr val="14141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Domain Fine-Tuning</a:t>
            </a:r>
            <a:endParaRPr lang="en-US" sz="1950">
              <a:solidFill>
                <a:srgbClr val="141414"/>
              </a:solidFill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50EDF616-7957-3BA6-63C4-AC74D8CEE63B}"/>
              </a:ext>
            </a:extLst>
          </p:cNvPr>
          <p:cNvSpPr/>
          <p:nvPr/>
        </p:nvSpPr>
        <p:spPr>
          <a:xfrm>
            <a:off x="7414974" y="4267795"/>
            <a:ext cx="6504861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1550">
                <a:solidFill>
                  <a:srgbClr val="1414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Specialized LLMs for industry-specific summarization and compliance</a:t>
            </a:r>
            <a:endParaRPr lang="en-US" sz="1550">
              <a:solidFill>
                <a:srgbClr val="141414"/>
              </a:solidFill>
            </a:endParaRPr>
          </a:p>
        </p:txBody>
      </p:sp>
      <p:pic>
        <p:nvPicPr>
          <p:cNvPr id="12" name="Image 3">
            <a:extLst>
              <a:ext uri="{FF2B5EF4-FFF2-40B4-BE49-F238E27FC236}">
                <a16:creationId xmlns:a16="http://schemas.microsoft.com/office/drawing/2014/main" id="{BDACD52C-48CA-D66C-0CCB-E9FDC0DE70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6965" y="5120402"/>
            <a:ext cx="1015008" cy="1218128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05AEF21B-7BE2-9ECA-7253-76FEAEDDBAA4}"/>
              </a:ext>
            </a:extLst>
          </p:cNvPr>
          <p:cNvSpPr/>
          <p:nvPr/>
        </p:nvSpPr>
        <p:spPr>
          <a:xfrm>
            <a:off x="7414974" y="5323403"/>
            <a:ext cx="2537698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950" b="1">
                <a:solidFill>
                  <a:srgbClr val="14141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Industry Expansion</a:t>
            </a:r>
            <a:endParaRPr lang="en-US" sz="1950">
              <a:solidFill>
                <a:srgbClr val="141414"/>
              </a:solidFill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3692C098-B1A0-B992-0833-35B81018C159}"/>
              </a:ext>
            </a:extLst>
          </p:cNvPr>
          <p:cNvSpPr/>
          <p:nvPr/>
        </p:nvSpPr>
        <p:spPr>
          <a:xfrm>
            <a:off x="7414974" y="5762268"/>
            <a:ext cx="6504861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1550">
                <a:solidFill>
                  <a:srgbClr val="1414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Deploying across hospitality, retail, and aviation sectors</a:t>
            </a:r>
            <a:endParaRPr lang="en-US" sz="1550">
              <a:solidFill>
                <a:srgbClr val="141414"/>
              </a:solidFill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DAE01DF5-292B-B702-C398-18D8E1796F8D}"/>
              </a:ext>
            </a:extLst>
          </p:cNvPr>
          <p:cNvSpPr/>
          <p:nvPr/>
        </p:nvSpPr>
        <p:spPr>
          <a:xfrm>
            <a:off x="6501408" y="6795254"/>
            <a:ext cx="7418427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chemeClr val="tx2"/>
                </a:solidFill>
                <a:latin typeface="Open Sans"/>
                <a:ea typeface="Open Sans"/>
                <a:cs typeface="Open Sans"/>
              </a:rPr>
              <a:t>"AI is not the future—it's the toolkit of today. You don't need to be an expert, just curiosity and courage to start."</a:t>
            </a:r>
          </a:p>
        </p:txBody>
      </p:sp>
    </p:spTree>
    <p:extLst>
      <p:ext uri="{BB962C8B-B14F-4D97-AF65-F5344CB8AC3E}">
        <p14:creationId xmlns:p14="http://schemas.microsoft.com/office/powerpoint/2010/main" val="2203830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>
            <a:extLst>
              <a:ext uri="{FF2B5EF4-FFF2-40B4-BE49-F238E27FC236}">
                <a16:creationId xmlns:a16="http://schemas.microsoft.com/office/drawing/2014/main" id="{92C3A384-4052-F458-BAD2-3FCD35B62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2269" y="44460"/>
            <a:ext cx="5650752" cy="84836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C3420B7E-5674-B474-A3F3-85BE3282405A}"/>
              </a:ext>
            </a:extLst>
          </p:cNvPr>
          <p:cNvSpPr/>
          <p:nvPr/>
        </p:nvSpPr>
        <p:spPr>
          <a:xfrm>
            <a:off x="793790" y="1410057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150"/>
              </a:lnSpc>
              <a:buNone/>
            </a:pPr>
            <a:r>
              <a:rPr lang="en-US" sz="8900" b="1">
                <a:solidFill>
                  <a:srgbClr val="08234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Thank You</a:t>
            </a:r>
            <a:endParaRPr lang="en-US" sz="890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748FD825-D5B7-0DED-6DE6-9C75C7493A3C}"/>
              </a:ext>
            </a:extLst>
          </p:cNvPr>
          <p:cNvSpPr/>
          <p:nvPr/>
        </p:nvSpPr>
        <p:spPr>
          <a:xfrm>
            <a:off x="793790" y="31678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1414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helped us automate, scale, and improve customer conversation analysis across industries. The journey continues as we explore new frontiers in intelligent automation.</a:t>
            </a:r>
            <a:endParaRPr lang="en-US" sz="1750">
              <a:solidFill>
                <a:srgbClr val="141414"/>
              </a:solidFill>
            </a:endParaRPr>
          </a:p>
        </p:txBody>
      </p:sp>
      <p:pic>
        <p:nvPicPr>
          <p:cNvPr id="7" name="Image 1">
            <a:extLst>
              <a:ext uri="{FF2B5EF4-FFF2-40B4-BE49-F238E27FC236}">
                <a16:creationId xmlns:a16="http://schemas.microsoft.com/office/drawing/2014/main" id="{083DFCAD-2F33-6D52-FA1B-6EC77FE9E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4863465"/>
            <a:ext cx="283488" cy="226814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A03B7E1A-F59C-95D7-5D27-99DDB4821180}"/>
              </a:ext>
            </a:extLst>
          </p:cNvPr>
          <p:cNvSpPr/>
          <p:nvPr/>
        </p:nvSpPr>
        <p:spPr>
          <a:xfrm>
            <a:off x="1530906" y="4795242"/>
            <a:ext cx="659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</a:pPr>
            <a:r>
              <a:rPr lang="en-US" sz="1750" b="1">
                <a:solidFill>
                  <a:srgbClr val="141414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1750" b="1" err="1">
                <a:solidFill>
                  <a:srgbClr val="141414"/>
                </a:solidFill>
                <a:latin typeface="Open Sans"/>
                <a:ea typeface="Open Sans"/>
                <a:cs typeface="Open Sans"/>
              </a:rPr>
              <a:t>Parsapu</a:t>
            </a:r>
            <a:r>
              <a:rPr lang="en-US" sz="1750" b="1">
                <a:solidFill>
                  <a:srgbClr val="141414"/>
                </a:solidFill>
                <a:latin typeface="Open Sans"/>
                <a:ea typeface="Open Sans"/>
                <a:cs typeface="Open Sans"/>
              </a:rPr>
              <a:t> Kamal Raj </a:t>
            </a:r>
            <a:r>
              <a:rPr lang="en-US" sz="1750">
                <a:solidFill>
                  <a:srgbClr val="141414"/>
                </a:solidFill>
                <a:latin typeface="Open Sans"/>
                <a:ea typeface="Open Sans"/>
                <a:cs typeface="Open Sans"/>
              </a:rPr>
              <a:t>Analyst – Artificial Intelligence Coforge</a:t>
            </a: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732E8429-712A-58C0-3240-7E96DBF70381}"/>
              </a:ext>
            </a:extLst>
          </p:cNvPr>
          <p:cNvSpPr/>
          <p:nvPr/>
        </p:nvSpPr>
        <p:spPr>
          <a:xfrm>
            <a:off x="793790" y="645652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1414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Looking forward to more AI-driven transformations and collaborations.</a:t>
            </a:r>
            <a:endParaRPr lang="en-US" sz="1750">
              <a:solidFill>
                <a:srgbClr val="1414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217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1_Coforge_BattleCar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Autofit/>
      </a:bodyPr>
      <a:lstStyle>
        <a:defPPr algn="l">
          <a:defRPr sz="4000" dirty="0" smtClean="0">
            <a:solidFill>
              <a:srgbClr val="F68B1F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forge_BattleCard" id="{7B62AEF9-0B5B-4F6A-AC4D-6FC3C6A25523}" vid="{AA6EE1D9-D863-4B1B-9B0B-BA05176CD552}"/>
    </a:ext>
  </a:extLst>
</a:theme>
</file>

<file path=ppt/theme/theme2.xml><?xml version="1.0" encoding="utf-8"?>
<a:theme xmlns:a="http://schemas.openxmlformats.org/drawingml/2006/main" name="Coforge 2023">
  <a:themeElements>
    <a:clrScheme name="Coforge_color_2023">
      <a:dk1>
        <a:srgbClr val="505050"/>
      </a:dk1>
      <a:lt1>
        <a:sysClr val="window" lastClr="FFFFFF"/>
      </a:lt1>
      <a:dk2>
        <a:srgbClr val="141414"/>
      </a:dk2>
      <a:lt2>
        <a:srgbClr val="E7E6E6"/>
      </a:lt2>
      <a:accent1>
        <a:srgbClr val="082340"/>
      </a:accent1>
      <a:accent2>
        <a:srgbClr val="F15B40"/>
      </a:accent2>
      <a:accent3>
        <a:srgbClr val="00A792"/>
      </a:accent3>
      <a:accent4>
        <a:srgbClr val="F68B28"/>
      </a:accent4>
      <a:accent5>
        <a:srgbClr val="5F8AC7"/>
      </a:accent5>
      <a:accent6>
        <a:srgbClr val="F68D76"/>
      </a:accent6>
      <a:hlink>
        <a:srgbClr val="5F8AC7"/>
      </a:hlink>
      <a:folHlink>
        <a:srgbClr val="F15B40"/>
      </a:folHlink>
    </a:clrScheme>
    <a:fontScheme name="Tahom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Green-Medium">
      <a:srgbClr val="4CC0AD"/>
    </a:custClr>
    <a:custClr name="Green-MediumLight">
      <a:srgbClr val="AADCD7"/>
    </a:custClr>
    <a:custClr name="Green-Light">
      <a:srgbClr val="E6F5F0"/>
    </a:custClr>
    <a:custClr name="DeepYellow-Medium">
      <a:srgbClr val="FAA85F"/>
    </a:custClr>
    <a:custClr name="DeepYellow-MediumLight">
      <a:srgbClr val="FFDCB4"/>
    </a:custClr>
    <a:custClr name="DeepYellow-Light">
      <a:srgbClr val="FFF5E1"/>
    </a:custClr>
    <a:custClr name="SecondaryBlue-Medium">
      <a:srgbClr val="8CAAD7"/>
    </a:custClr>
    <a:custClr name="SecondaryBlue-MediumLight">
      <a:srgbClr val="BBC9E7"/>
    </a:custClr>
    <a:custClr name="SecondaryBlue-Light">
      <a:srgbClr val="E1E8F5"/>
    </a:custClr>
    <a:custClr name="SecondaryPeach-Medium">
      <a:srgbClr val="FAAF96"/>
    </a:custClr>
    <a:custClr name="SecondaryPeach-MediumLight">
      <a:srgbClr val="FBC9BC"/>
    </a:custClr>
    <a:custClr name="SecondaryPeach-Light">
      <a:srgbClr val="FFEBE6"/>
    </a:custClr>
    <a:custClr name="SecondaryPurple-Medium">
      <a:srgbClr val="B19ACA"/>
    </a:custClr>
    <a:custClr name="SecondaryPurple-MediumLight">
      <a:srgbClr val="C7BBDC"/>
    </a:custClr>
    <a:custClr name="SecondaryPurple-Light">
      <a:srgbClr val="F0E6F0"/>
    </a:custClr>
    <a:custClr name="SecondaryBrown-Medium">
      <a:srgbClr val="E4BE92"/>
    </a:custClr>
    <a:custClr name="SecondaryBrown-MediumLight">
      <a:srgbClr val="F0D6B4"/>
    </a:custClr>
    <a:custClr name="SecondaryBrown-Light">
      <a:srgbClr val="FFF5E6"/>
    </a:custClr>
    <a:custClr name="SecondaryGray-Medium">
      <a:srgbClr val="A0A1A2"/>
    </a:custClr>
    <a:custClr name="SecondaryGray-MediumLight">
      <a:srgbClr val="CDCDCD"/>
    </a:custClr>
    <a:custClr name="SecondaryGray-Light">
      <a:srgbClr val="EBEBEB"/>
    </a:custClr>
  </a:custClrLst>
  <a:extLst>
    <a:ext uri="{05A4C25C-085E-4340-85A3-A5531E510DB2}">
      <thm15:themeFamily xmlns:thm15="http://schemas.microsoft.com/office/thememl/2012/main" name="Coforge 2023" id="{EAB78BA6-7FE9-4A6B-9A08-DB4EF4638CE7}" vid="{709F4BE0-A5D9-4DB8-92C4-137AFF5A4E22}"/>
    </a:ext>
  </a:extLst>
</a:theme>
</file>

<file path=ppt/theme/theme3.xml><?xml version="1.0" encoding="utf-8"?>
<a:theme xmlns:a="http://schemas.openxmlformats.org/drawingml/2006/main" name="Coforge 2023">
  <a:themeElements>
    <a:clrScheme name="Coforge_color_2023">
      <a:dk1>
        <a:srgbClr val="505050"/>
      </a:dk1>
      <a:lt1>
        <a:sysClr val="window" lastClr="FFFFFF"/>
      </a:lt1>
      <a:dk2>
        <a:srgbClr val="141414"/>
      </a:dk2>
      <a:lt2>
        <a:srgbClr val="E7E6E6"/>
      </a:lt2>
      <a:accent1>
        <a:srgbClr val="082340"/>
      </a:accent1>
      <a:accent2>
        <a:srgbClr val="F15B40"/>
      </a:accent2>
      <a:accent3>
        <a:srgbClr val="00A792"/>
      </a:accent3>
      <a:accent4>
        <a:srgbClr val="F68B28"/>
      </a:accent4>
      <a:accent5>
        <a:srgbClr val="5F8AC7"/>
      </a:accent5>
      <a:accent6>
        <a:srgbClr val="F68D76"/>
      </a:accent6>
      <a:hlink>
        <a:srgbClr val="5F8AC7"/>
      </a:hlink>
      <a:folHlink>
        <a:srgbClr val="F15B40"/>
      </a:folHlink>
    </a:clrScheme>
    <a:fontScheme name="Tahom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Green-Medium">
      <a:srgbClr val="4CC0AD"/>
    </a:custClr>
    <a:custClr name="Green-MediumLight">
      <a:srgbClr val="AADCD7"/>
    </a:custClr>
    <a:custClr name="Green-Light">
      <a:srgbClr val="E6F5F0"/>
    </a:custClr>
    <a:custClr name="DeepYellow-Medium">
      <a:srgbClr val="FAA85F"/>
    </a:custClr>
    <a:custClr name="DeepYellow-MediumLight">
      <a:srgbClr val="FFDCB4"/>
    </a:custClr>
    <a:custClr name="DeepYellow-Light">
      <a:srgbClr val="FFF5E1"/>
    </a:custClr>
    <a:custClr name="SecondaryBlue-Medium">
      <a:srgbClr val="8CAAD7"/>
    </a:custClr>
    <a:custClr name="SecondaryBlue-MediumLight">
      <a:srgbClr val="BBC9E7"/>
    </a:custClr>
    <a:custClr name="SecondaryBlue-Light">
      <a:srgbClr val="E1E8F5"/>
    </a:custClr>
    <a:custClr name="SecondaryPeach-Medium">
      <a:srgbClr val="FAAF96"/>
    </a:custClr>
    <a:custClr name="SecondaryPeach-MediumLight">
      <a:srgbClr val="FBC9BC"/>
    </a:custClr>
    <a:custClr name="SecondaryPeach-Light">
      <a:srgbClr val="FFEBE6"/>
    </a:custClr>
    <a:custClr name="SecondaryPurple-Medium">
      <a:srgbClr val="B19ACA"/>
    </a:custClr>
    <a:custClr name="SecondaryPurple-MediumLight">
      <a:srgbClr val="C7BBDC"/>
    </a:custClr>
    <a:custClr name="SecondaryPurple-Light">
      <a:srgbClr val="F0E6F0"/>
    </a:custClr>
    <a:custClr name="SecondaryBrown-Medium">
      <a:srgbClr val="E4BE92"/>
    </a:custClr>
    <a:custClr name="SecondaryBrown-MediumLight">
      <a:srgbClr val="F0D6B4"/>
    </a:custClr>
    <a:custClr name="SecondaryBrown-Light">
      <a:srgbClr val="FFF5E6"/>
    </a:custClr>
    <a:custClr name="SecondaryGray-Medium">
      <a:srgbClr val="A0A1A2"/>
    </a:custClr>
    <a:custClr name="SecondaryGray-MediumLight">
      <a:srgbClr val="CDCDCD"/>
    </a:custClr>
    <a:custClr name="SecondaryGray-Light">
      <a:srgbClr val="EBEBEB"/>
    </a:custClr>
  </a:custClrLst>
  <a:extLst>
    <a:ext uri="{05A4C25C-085E-4340-85A3-A5531E510DB2}">
      <thm15:themeFamily xmlns:thm15="http://schemas.microsoft.com/office/thememl/2012/main" name="Coforge 2023" id="{EAB78BA6-7FE9-4A6B-9A08-DB4EF4638CE7}" vid="{709F4BE0-A5D9-4DB8-92C4-137AFF5A4E22}"/>
    </a:ext>
  </a:extLst>
</a:theme>
</file>

<file path=ppt/theme/theme4.xml><?xml version="1.0" encoding="utf-8"?>
<a:theme xmlns:a="http://schemas.openxmlformats.org/drawingml/2006/main" name="Coforge 2023">
  <a:themeElements>
    <a:clrScheme name="Coforge_color_2023">
      <a:dk1>
        <a:srgbClr val="505050"/>
      </a:dk1>
      <a:lt1>
        <a:sysClr val="window" lastClr="FFFFFF"/>
      </a:lt1>
      <a:dk2>
        <a:srgbClr val="141414"/>
      </a:dk2>
      <a:lt2>
        <a:srgbClr val="E7E6E6"/>
      </a:lt2>
      <a:accent1>
        <a:srgbClr val="082340"/>
      </a:accent1>
      <a:accent2>
        <a:srgbClr val="F15B40"/>
      </a:accent2>
      <a:accent3>
        <a:srgbClr val="00A792"/>
      </a:accent3>
      <a:accent4>
        <a:srgbClr val="F68B28"/>
      </a:accent4>
      <a:accent5>
        <a:srgbClr val="5F8AC7"/>
      </a:accent5>
      <a:accent6>
        <a:srgbClr val="F68D76"/>
      </a:accent6>
      <a:hlink>
        <a:srgbClr val="5F8AC7"/>
      </a:hlink>
      <a:folHlink>
        <a:srgbClr val="F15B40"/>
      </a:folHlink>
    </a:clrScheme>
    <a:fontScheme name="Tahom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Green-Medium">
      <a:srgbClr val="4CC0AD"/>
    </a:custClr>
    <a:custClr name="Green-MediumLight">
      <a:srgbClr val="AADCD7"/>
    </a:custClr>
    <a:custClr name="Green-Light">
      <a:srgbClr val="E6F5F0"/>
    </a:custClr>
    <a:custClr name="DeepYellow-Medium">
      <a:srgbClr val="FAA85F"/>
    </a:custClr>
    <a:custClr name="DeepYellow-MediumLight">
      <a:srgbClr val="FFDCB4"/>
    </a:custClr>
    <a:custClr name="DeepYellow-Light">
      <a:srgbClr val="FFF5E1"/>
    </a:custClr>
    <a:custClr name="SecondaryBlue-Medium">
      <a:srgbClr val="8CAAD7"/>
    </a:custClr>
    <a:custClr name="SecondaryBlue-MediumLight">
      <a:srgbClr val="BBC9E7"/>
    </a:custClr>
    <a:custClr name="SecondaryBlue-Light">
      <a:srgbClr val="E1E8F5"/>
    </a:custClr>
    <a:custClr name="SecondaryPeach-Medium">
      <a:srgbClr val="FAAF96"/>
    </a:custClr>
    <a:custClr name="SecondaryPeach-MediumLight">
      <a:srgbClr val="FBC9BC"/>
    </a:custClr>
    <a:custClr name="SecondaryPeach-Light">
      <a:srgbClr val="FFEBE6"/>
    </a:custClr>
    <a:custClr name="SecondaryPurple-Medium">
      <a:srgbClr val="B19ACA"/>
    </a:custClr>
    <a:custClr name="SecondaryPurple-MediumLight">
      <a:srgbClr val="C7BBDC"/>
    </a:custClr>
    <a:custClr name="SecondaryPurple-Light">
      <a:srgbClr val="F0E6F0"/>
    </a:custClr>
    <a:custClr name="SecondaryBrown-Medium">
      <a:srgbClr val="E4BE92"/>
    </a:custClr>
    <a:custClr name="SecondaryBrown-MediumLight">
      <a:srgbClr val="F0D6B4"/>
    </a:custClr>
    <a:custClr name="SecondaryBrown-Light">
      <a:srgbClr val="FFF5E6"/>
    </a:custClr>
    <a:custClr name="SecondaryGray-Medium">
      <a:srgbClr val="A0A1A2"/>
    </a:custClr>
    <a:custClr name="SecondaryGray-MediumLight">
      <a:srgbClr val="CDCDCD"/>
    </a:custClr>
    <a:custClr name="SecondaryGray-Light">
      <a:srgbClr val="EBEBEB"/>
    </a:custClr>
  </a:custClrLst>
  <a:extLst>
    <a:ext uri="{05A4C25C-085E-4340-85A3-A5531E510DB2}">
      <thm15:themeFamily xmlns:thm15="http://schemas.microsoft.com/office/thememl/2012/main" name="Coforge 2023" id="{7EC6CD2F-4220-4016-9A4A-0F526DD97418}" vid="{26B5C861-F3D8-4D30-B1BC-B3924C5A5B12}"/>
    </a:ext>
  </a:extLst>
</a:theme>
</file>

<file path=ppt/theme/theme5.xml><?xml version="1.0" encoding="utf-8"?>
<a:theme xmlns:a="http://schemas.openxmlformats.org/drawingml/2006/main" name="Coforge 2023">
  <a:themeElements>
    <a:clrScheme name="Coforge_color_2023">
      <a:dk1>
        <a:srgbClr val="505050"/>
      </a:dk1>
      <a:lt1>
        <a:sysClr val="window" lastClr="FFFFFF"/>
      </a:lt1>
      <a:dk2>
        <a:srgbClr val="141414"/>
      </a:dk2>
      <a:lt2>
        <a:srgbClr val="E7E6E6"/>
      </a:lt2>
      <a:accent1>
        <a:srgbClr val="082340"/>
      </a:accent1>
      <a:accent2>
        <a:srgbClr val="F15B40"/>
      </a:accent2>
      <a:accent3>
        <a:srgbClr val="00A792"/>
      </a:accent3>
      <a:accent4>
        <a:srgbClr val="F68B28"/>
      </a:accent4>
      <a:accent5>
        <a:srgbClr val="5F8AC7"/>
      </a:accent5>
      <a:accent6>
        <a:srgbClr val="F68D76"/>
      </a:accent6>
      <a:hlink>
        <a:srgbClr val="5F8AC7"/>
      </a:hlink>
      <a:folHlink>
        <a:srgbClr val="F15B40"/>
      </a:folHlink>
    </a:clrScheme>
    <a:fontScheme name="Tahom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Green-Medium">
      <a:srgbClr val="4CC0AD"/>
    </a:custClr>
    <a:custClr name="Green-MediumLight">
      <a:srgbClr val="AADCD7"/>
    </a:custClr>
    <a:custClr name="Green-Light">
      <a:srgbClr val="E6F5F0"/>
    </a:custClr>
    <a:custClr name="DeepYellow-Medium">
      <a:srgbClr val="FAA85F"/>
    </a:custClr>
    <a:custClr name="DeepYellow-MediumLight">
      <a:srgbClr val="FFDCB4"/>
    </a:custClr>
    <a:custClr name="DeepYellow-Light">
      <a:srgbClr val="FFF5E1"/>
    </a:custClr>
    <a:custClr name="SecondaryBlue-Medium">
      <a:srgbClr val="8CAAD7"/>
    </a:custClr>
    <a:custClr name="SecondaryBlue-MediumLight">
      <a:srgbClr val="BBC9E7"/>
    </a:custClr>
    <a:custClr name="SecondaryBlue-Light">
      <a:srgbClr val="E1E8F5"/>
    </a:custClr>
    <a:custClr name="SecondaryPeach-Medium">
      <a:srgbClr val="FAAF96"/>
    </a:custClr>
    <a:custClr name="SecondaryPeach-MediumLight">
      <a:srgbClr val="FBC9BC"/>
    </a:custClr>
    <a:custClr name="SecondaryPeach-Light">
      <a:srgbClr val="FFEBE6"/>
    </a:custClr>
    <a:custClr name="SecondaryPurple-Medium">
      <a:srgbClr val="B19ACA"/>
    </a:custClr>
    <a:custClr name="SecondaryPurple-MediumLight">
      <a:srgbClr val="C7BBDC"/>
    </a:custClr>
    <a:custClr name="SecondaryPurple-Light">
      <a:srgbClr val="F0E6F0"/>
    </a:custClr>
    <a:custClr name="SecondaryBrown-Medium">
      <a:srgbClr val="E4BE92"/>
    </a:custClr>
    <a:custClr name="SecondaryBrown-MediumLight">
      <a:srgbClr val="F0D6B4"/>
    </a:custClr>
    <a:custClr name="SecondaryBrown-Light">
      <a:srgbClr val="FFF5E6"/>
    </a:custClr>
    <a:custClr name="SecondaryGray-Medium">
      <a:srgbClr val="A0A1A2"/>
    </a:custClr>
    <a:custClr name="SecondaryGray-MediumLight">
      <a:srgbClr val="CDCDCD"/>
    </a:custClr>
    <a:custClr name="SecondaryGray-Light">
      <a:srgbClr val="EBEBEB"/>
    </a:custClr>
  </a:custClrLst>
  <a:extLst>
    <a:ext uri="{05A4C25C-085E-4340-85A3-A5531E510DB2}">
      <thm15:themeFamily xmlns:thm15="http://schemas.microsoft.com/office/thememl/2012/main" name="Coforge 2023" id="{EAB78BA6-7FE9-4A6B-9A08-DB4EF4638CE7}" vid="{709F4BE0-A5D9-4DB8-92C4-137AFF5A4E22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quester xmlns="4acd531c-e828-4752-b185-1e2017944dbd">
      <UserInfo>
        <DisplayName/>
        <AccountId xsi:nil="true"/>
        <AccountType/>
      </UserInfo>
    </Requester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C64E25F9797549919A8E031138355A" ma:contentTypeVersion="8" ma:contentTypeDescription="Create a new document." ma:contentTypeScope="" ma:versionID="72b7cec4a755fb3a385616e8db944c6e">
  <xsd:schema xmlns:xsd="http://www.w3.org/2001/XMLSchema" xmlns:xs="http://www.w3.org/2001/XMLSchema" xmlns:p="http://schemas.microsoft.com/office/2006/metadata/properties" xmlns:ns2="4acd531c-e828-4752-b185-1e2017944dbd" targetNamespace="http://schemas.microsoft.com/office/2006/metadata/properties" ma:root="true" ma:fieldsID="83ebd531a0f214de602a1ce31ec994ab" ns2:_="">
    <xsd:import namespace="4acd531c-e828-4752-b185-1e2017944d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Requester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cd531c-e828-4752-b185-1e2017944d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Requester" ma:index="10" nillable="true" ma:displayName="Requester" ma:description="Owner of download" ma:format="Dropdown" ma:list="UserInfo" ma:SharePointGroup="0" ma:internalName="Request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743376E-201C-4872-90E8-A9AD54E9D980}">
  <ds:schemaRefs>
    <ds:schemaRef ds:uri="4acd531c-e828-4752-b185-1e2017944db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EA374B0-7661-4212-96B9-F464E1689B60}">
  <ds:schemaRefs>
    <ds:schemaRef ds:uri="4acd531c-e828-4752-b185-1e2017944db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A334A12-ADB1-4A69-9E2B-BE959C0E1F2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Coforge_BattleCard</Template>
  <Application>Microsoft Office PowerPoint</Application>
  <PresentationFormat>Custom</PresentationFormat>
  <Slides>9</Slides>
  <Notes>1</Notes>
  <HiddenSlides>1</HiddenSlide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1_Coforge_BattleCard</vt:lpstr>
      <vt:lpstr>Coforge 2023</vt:lpstr>
      <vt:lpstr>Coforge 2023</vt:lpstr>
      <vt:lpstr>Coforge 2023</vt:lpstr>
      <vt:lpstr>Coforge 2023</vt:lpstr>
      <vt:lpstr>AI and Me: Transforming Work Through Intelligent Automation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Neelima Chittora</dc:creator>
  <cp:revision>146</cp:revision>
  <dcterms:created xsi:type="dcterms:W3CDTF">2020-10-06T06:14:48Z</dcterms:created>
  <dcterms:modified xsi:type="dcterms:W3CDTF">2025-11-06T08:54:13Z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0x01010036C64E25F9797549919A8E031138355A</vt:lpwstr>
  </property>
</Properties>
</file>